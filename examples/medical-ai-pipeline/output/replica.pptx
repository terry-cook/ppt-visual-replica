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ea9850f388451b" /><Relationship Type="http://schemas.openxmlformats.org/officeDocument/2006/relationships/extended-properties" Target="/docProps/app.xml" Id="R70ad9369d9254b24" /><Relationship Type="http://schemas.openxmlformats.org/officeDocument/2006/relationships/officeDocument" Target="/ppt/presentation.xml" Id="Rf2242a2fdea444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45b614be5b4eec"/>
  </p:sldMasterIdLst>
  <p:notesMasterIdLst>
    <p:notesMasterId xmlns:r="http://schemas.openxmlformats.org/officeDocument/2006/relationships" r:id="R385e4419e5394bde"/>
  </p:notesMasterIdLst>
  <p:sldIdLst>
    <p:sldId xmlns:r="http://schemas.openxmlformats.org/officeDocument/2006/relationships" id="256" r:id="R2951061185ff4ad6"/>
  </p:sldIdLst>
  <p:sldSz cx="15925800" cy="89630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5b614be5b4eec" /><Relationship Type="http://schemas.openxmlformats.org/officeDocument/2006/relationships/theme" Target="/ppt/theme/theme1.xml" Id="R112e5a402da646d9" /><Relationship Type="http://schemas.openxmlformats.org/officeDocument/2006/relationships/notesMaster" Target="/ppt/notesMasters/notesMaster1.xml" Id="R385e4419e5394bde" /><Relationship Type="http://schemas.openxmlformats.org/officeDocument/2006/relationships/presProps" Target="/ppt/presProps.xml" Id="R500e34530c4d45b4" /><Relationship Type="http://schemas.openxmlformats.org/officeDocument/2006/relationships/viewProps" Target="/ppt/viewProps.xml" Id="R0868d179efa54994" /><Relationship Type="http://schemas.openxmlformats.org/officeDocument/2006/relationships/tableStyles" Target="/ppt/tableStyles.xml" Id="Rc09c6a9c985c428c" /><Relationship Type="http://schemas.openxmlformats.org/officeDocument/2006/relationships/slide" Target="/ppt/slides/slide1.xml" Id="R2951061185ff4a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1bb118817f641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e28a0753f446fa" /><Relationship Type="http://schemas.openxmlformats.org/officeDocument/2006/relationships/notesMaster" Target="/ppt/notesMasters/notesMaster1.xml" Id="Rca48f53d72904e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bb8a5d42c4e1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daa4e2e2a9441dd" /><Relationship Type="http://schemas.openxmlformats.org/officeDocument/2006/relationships/slideLayout" Target="/ppt/slideLayouts/slideLayout2.xml" Id="Rfe7e3e0647e14e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7e3e0647e14e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68069f8a2949fb" /><Relationship Type="http://schemas.openxmlformats.org/officeDocument/2006/relationships/image" Target="/ppt/media/image.png" Id="Re748c7b333ac471c" /><Relationship Type="http://schemas.openxmlformats.org/officeDocument/2006/relationships/image" Target="/ppt/media/image2.png" Id="Rb71b096c483d4331" /><Relationship Type="http://schemas.openxmlformats.org/officeDocument/2006/relationships/image" Target="/ppt/media/image3.png" Id="R30372f59ad18491f" /><Relationship Type="http://schemas.openxmlformats.org/officeDocument/2006/relationships/image" Target="/ppt/media/image4.png" Id="Rbc6535f0eadf4507" /><Relationship Type="http://schemas.openxmlformats.org/officeDocument/2006/relationships/image" Target="/ppt/media/image5.png" Id="R73c40a9da93e48a2" /><Relationship Type="http://schemas.openxmlformats.org/officeDocument/2006/relationships/image" Target="/ppt/media/image6.png" Id="Rde1e6bfa3c374c55" /><Relationship Type="http://schemas.openxmlformats.org/officeDocument/2006/relationships/image" Target="/ppt/media/image7.png" Id="R285a6e6eb2894695" /><Relationship Type="http://schemas.openxmlformats.org/officeDocument/2006/relationships/image" Target="/ppt/media/image8.png" Id="R719acf8d78ab4103" /><Relationship Type="http://schemas.openxmlformats.org/officeDocument/2006/relationships/image" Target="/ppt/media/image9.png" Id="R7bb640e5bb6d412c" /><Relationship Type="http://schemas.openxmlformats.org/officeDocument/2006/relationships/image" Target="/ppt/media/image10.png" Id="R8801e02189914eae" /><Relationship Type="http://schemas.openxmlformats.org/officeDocument/2006/relationships/image" Target="/ppt/media/image11.png" Id="R2c9be0a8992540ba" /><Relationship Type="http://schemas.openxmlformats.org/officeDocument/2006/relationships/image" Target="/ppt/media/image12.png" Id="Rb82ba55e7a3b45d5" /><Relationship Type="http://schemas.openxmlformats.org/officeDocument/2006/relationships/image" Target="/ppt/media/image13.png" Id="R84eae8f136a34169" /><Relationship Type="http://schemas.openxmlformats.org/officeDocument/2006/relationships/image" Target="/ppt/media/image14.png" Id="R68a511ab43644c2f" /><Relationship Type="http://schemas.openxmlformats.org/officeDocument/2006/relationships/image" Target="/ppt/media/image15.png" Id="R2477fc449f8e4657" /><Relationship Type="http://schemas.openxmlformats.org/officeDocument/2006/relationships/image" Target="/ppt/media/image16.png" Id="R139850b8408f4f5c" /><Relationship Type="http://schemas.openxmlformats.org/officeDocument/2006/relationships/image" Target="/ppt/media/image17.png" Id="R805f0796dc994b22" /><Relationship Type="http://schemas.openxmlformats.org/officeDocument/2006/relationships/image" Target="/ppt/media/image18.png" Id="Rc6f93f7721314acd" /><Relationship Type="http://schemas.openxmlformats.org/officeDocument/2006/relationships/image" Target="/ppt/media/image19.png" Id="Ra0d84e9284dc4aaf" /><Relationship Type="http://schemas.openxmlformats.org/officeDocument/2006/relationships/image" Target="/ppt/media/image20.png" Id="R5032bc3c22644855" /><Relationship Type="http://schemas.openxmlformats.org/officeDocument/2006/relationships/image" Target="/ppt/media/image21.png" Id="R172340d59735477a" /><Relationship Type="http://schemas.openxmlformats.org/officeDocument/2006/relationships/image" Target="/ppt/media/image22.png" Id="R2f23fbc891b245e8" /><Relationship Type="http://schemas.openxmlformats.org/officeDocument/2006/relationships/image" Target="/ppt/media/image23.png" Id="Rd89cd55c72b143c1" /><Relationship Type="http://schemas.openxmlformats.org/officeDocument/2006/relationships/image" Target="/ppt/media/image24.png" Id="R046bd0f8125b4586" /><Relationship Type="http://schemas.openxmlformats.org/officeDocument/2006/relationships/image" Target="/ppt/media/image25.png" Id="R7cbd074f79e74158" /><Relationship Type="http://schemas.openxmlformats.org/officeDocument/2006/relationships/image" Target="/ppt/media/image26.png" Id="R5a2553800b1543e9" /><Relationship Type="http://schemas.openxmlformats.org/officeDocument/2006/relationships/image" Target="/ppt/media/image27.png" Id="R9e9a94cbfd494502" /><Relationship Type="http://schemas.openxmlformats.org/officeDocument/2006/relationships/image" Target="/ppt/media/image28.png" Id="R9ea098e3430b4ca3" /><Relationship Type="http://schemas.openxmlformats.org/officeDocument/2006/relationships/image" Target="/ppt/media/image29.png" Id="R7a49e7fa75d9421e" /><Relationship Type="http://schemas.openxmlformats.org/officeDocument/2006/relationships/image" Target="/ppt/media/image30.png" Id="Rbb39306af2234b42" /><Relationship Type="http://schemas.openxmlformats.org/officeDocument/2006/relationships/notesSlide" Target="/ppt/notesSlides/notesSlide1.xml" Id="R624f646a6df94f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9906843-E065-4962-82B6-92968090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F6FBFF"/>
            </a:solidFill>
          </a:ln>
        </p:spPr>
      </p:sp>
      <p:sp>
        <p:nvSpPr>
          <p:cNvPr id="2" name="grid-v-0">
            <a:extLst xmlns:a="http://schemas.openxmlformats.org/drawingml/2006/main">
              <a:ext uri="{FF2B5EF4-FFF2-40B4-BE49-F238E27FC236}">
                <a16:creationId xmlns:a16="http://schemas.microsoft.com/office/drawing/2014/main" id="{2D497D1C-0301-43C0-BD30-F76B305C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3" name="grid-v-42">
            <a:extLst xmlns:a="http://schemas.openxmlformats.org/drawingml/2006/main">
              <a:ext uri="{FF2B5EF4-FFF2-40B4-BE49-F238E27FC236}">
                <a16:creationId xmlns:a16="http://schemas.microsoft.com/office/drawing/2014/main" id="{F4CDAE1A-C86F-41C7-B6D7-39568881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4" name="grid-v-84">
            <a:extLst xmlns:a="http://schemas.openxmlformats.org/drawingml/2006/main">
              <a:ext uri="{FF2B5EF4-FFF2-40B4-BE49-F238E27FC236}">
                <a16:creationId xmlns:a16="http://schemas.microsoft.com/office/drawing/2014/main" id="{CDDD7F4C-930D-4A7B-96A0-06B8DDB9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5" name="grid-v-126">
            <a:extLst xmlns:a="http://schemas.openxmlformats.org/drawingml/2006/main">
              <a:ext uri="{FF2B5EF4-FFF2-40B4-BE49-F238E27FC236}">
                <a16:creationId xmlns:a16="http://schemas.microsoft.com/office/drawing/2014/main" id="{70A3BC82-58B2-456D-A9F8-EE80E217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6" name="grid-v-168">
            <a:extLst xmlns:a="http://schemas.openxmlformats.org/drawingml/2006/main">
              <a:ext uri="{FF2B5EF4-FFF2-40B4-BE49-F238E27FC236}">
                <a16:creationId xmlns:a16="http://schemas.microsoft.com/office/drawing/2014/main" id="{3F6A6686-38AA-4B41-B7D7-6717AAD8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7" name="grid-v-210">
            <a:extLst xmlns:a="http://schemas.openxmlformats.org/drawingml/2006/main">
              <a:ext uri="{FF2B5EF4-FFF2-40B4-BE49-F238E27FC236}">
                <a16:creationId xmlns:a16="http://schemas.microsoft.com/office/drawing/2014/main" id="{270C0CB6-D510-4F32-83D5-A5BB0024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8" name="grid-v-252">
            <a:extLst xmlns:a="http://schemas.openxmlformats.org/drawingml/2006/main">
              <a:ext uri="{FF2B5EF4-FFF2-40B4-BE49-F238E27FC236}">
                <a16:creationId xmlns:a16="http://schemas.microsoft.com/office/drawing/2014/main" id="{595E6362-FD81-46A8-BF20-7BF54EFA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9" name="grid-v-294">
            <a:extLst xmlns:a="http://schemas.openxmlformats.org/drawingml/2006/main">
              <a:ext uri="{FF2B5EF4-FFF2-40B4-BE49-F238E27FC236}">
                <a16:creationId xmlns:a16="http://schemas.microsoft.com/office/drawing/2014/main" id="{5D8EC84E-0979-4BE2-91E5-79B9A7BD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10" name="grid-v-336">
            <a:extLst xmlns:a="http://schemas.openxmlformats.org/drawingml/2006/main">
              <a:ext uri="{FF2B5EF4-FFF2-40B4-BE49-F238E27FC236}">
                <a16:creationId xmlns:a16="http://schemas.microsoft.com/office/drawing/2014/main" id="{0575FBBA-C2D1-4D8C-BCA2-5EBFED57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11" name="grid-v-378">
            <a:extLst xmlns:a="http://schemas.openxmlformats.org/drawingml/2006/main">
              <a:ext uri="{FF2B5EF4-FFF2-40B4-BE49-F238E27FC236}">
                <a16:creationId xmlns:a16="http://schemas.microsoft.com/office/drawing/2014/main" id="{B3627B29-7AE4-4480-B226-49A0A0EF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12" name="grid-v-420">
            <a:extLst xmlns:a="http://schemas.openxmlformats.org/drawingml/2006/main">
              <a:ext uri="{FF2B5EF4-FFF2-40B4-BE49-F238E27FC236}">
                <a16:creationId xmlns:a16="http://schemas.microsoft.com/office/drawing/2014/main" id="{6140B682-1F4F-4582-9758-CC061C34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13" name="grid-v-462">
            <a:extLst xmlns:a="http://schemas.openxmlformats.org/drawingml/2006/main">
              <a:ext uri="{FF2B5EF4-FFF2-40B4-BE49-F238E27FC236}">
                <a16:creationId xmlns:a16="http://schemas.microsoft.com/office/drawing/2014/main" id="{6C282BDC-F402-4011-8E5E-F38FD25E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14" name="grid-v-504">
            <a:extLst xmlns:a="http://schemas.openxmlformats.org/drawingml/2006/main">
              <a:ext uri="{FF2B5EF4-FFF2-40B4-BE49-F238E27FC236}">
                <a16:creationId xmlns:a16="http://schemas.microsoft.com/office/drawing/2014/main" id="{6EBAA4E9-14B1-45EE-A6A9-607498A9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15" name="grid-v-546">
            <a:extLst xmlns:a="http://schemas.openxmlformats.org/drawingml/2006/main">
              <a:ext uri="{FF2B5EF4-FFF2-40B4-BE49-F238E27FC236}">
                <a16:creationId xmlns:a16="http://schemas.microsoft.com/office/drawing/2014/main" id="{0F0F62D4-D9D9-4D0C-8A2C-3380447F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16" name="grid-v-588">
            <a:extLst xmlns:a="http://schemas.openxmlformats.org/drawingml/2006/main">
              <a:ext uri="{FF2B5EF4-FFF2-40B4-BE49-F238E27FC236}">
                <a16:creationId xmlns:a16="http://schemas.microsoft.com/office/drawing/2014/main" id="{8F897421-709F-4395-A3C6-440223DC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17" name="grid-v-630">
            <a:extLst xmlns:a="http://schemas.openxmlformats.org/drawingml/2006/main">
              <a:ext uri="{FF2B5EF4-FFF2-40B4-BE49-F238E27FC236}">
                <a16:creationId xmlns:a16="http://schemas.microsoft.com/office/drawing/2014/main" id="{D2EDA1E2-A432-4C5F-B6EC-0FFC75A0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18" name="grid-v-672">
            <a:extLst xmlns:a="http://schemas.openxmlformats.org/drawingml/2006/main">
              <a:ext uri="{FF2B5EF4-FFF2-40B4-BE49-F238E27FC236}">
                <a16:creationId xmlns:a16="http://schemas.microsoft.com/office/drawing/2014/main" id="{938D2A80-3FF9-456C-9C09-419EFEE4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19" name="grid-v-714">
            <a:extLst xmlns:a="http://schemas.openxmlformats.org/drawingml/2006/main">
              <a:ext uri="{FF2B5EF4-FFF2-40B4-BE49-F238E27FC236}">
                <a16:creationId xmlns:a16="http://schemas.microsoft.com/office/drawing/2014/main" id="{4EC18A92-5023-4802-8DCD-1EB1AD78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20" name="grid-v-756">
            <a:extLst xmlns:a="http://schemas.openxmlformats.org/drawingml/2006/main">
              <a:ext uri="{FF2B5EF4-FFF2-40B4-BE49-F238E27FC236}">
                <a16:creationId xmlns:a16="http://schemas.microsoft.com/office/drawing/2014/main" id="{B2351CAB-1B40-4560-A694-648675BB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21" name="grid-v-798">
            <a:extLst xmlns:a="http://schemas.openxmlformats.org/drawingml/2006/main">
              <a:ext uri="{FF2B5EF4-FFF2-40B4-BE49-F238E27FC236}">
                <a16:creationId xmlns:a16="http://schemas.microsoft.com/office/drawing/2014/main" id="{10CFEE60-7801-4517-B483-9CB74AA3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22" name="grid-v-840">
            <a:extLst xmlns:a="http://schemas.openxmlformats.org/drawingml/2006/main">
              <a:ext uri="{FF2B5EF4-FFF2-40B4-BE49-F238E27FC236}">
                <a16:creationId xmlns:a16="http://schemas.microsoft.com/office/drawing/2014/main" id="{D39013A2-8EC4-4CB6-B842-E589E1EC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23" name="grid-v-882">
            <a:extLst xmlns:a="http://schemas.openxmlformats.org/drawingml/2006/main">
              <a:ext uri="{FF2B5EF4-FFF2-40B4-BE49-F238E27FC236}">
                <a16:creationId xmlns:a16="http://schemas.microsoft.com/office/drawing/2014/main" id="{C2981A8D-BB6F-43D8-99CB-D8121A6D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24" name="grid-v-924">
            <a:extLst xmlns:a="http://schemas.openxmlformats.org/drawingml/2006/main">
              <a:ext uri="{FF2B5EF4-FFF2-40B4-BE49-F238E27FC236}">
                <a16:creationId xmlns:a16="http://schemas.microsoft.com/office/drawing/2014/main" id="{685318FC-3ADF-46F9-9F6D-9851E4BD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25" name="grid-v-966">
            <a:extLst xmlns:a="http://schemas.openxmlformats.org/drawingml/2006/main">
              <a:ext uri="{FF2B5EF4-FFF2-40B4-BE49-F238E27FC236}">
                <a16:creationId xmlns:a16="http://schemas.microsoft.com/office/drawing/2014/main" id="{E1E80B20-4B74-47A2-9DA7-9FF1D549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26" name="grid-v-1008">
            <a:extLst xmlns:a="http://schemas.openxmlformats.org/drawingml/2006/main">
              <a:ext uri="{FF2B5EF4-FFF2-40B4-BE49-F238E27FC236}">
                <a16:creationId xmlns:a16="http://schemas.microsoft.com/office/drawing/2014/main" id="{579934EF-AD31-4492-9F56-6FCE5EF0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27" name="grid-v-1050">
            <a:extLst xmlns:a="http://schemas.openxmlformats.org/drawingml/2006/main">
              <a:ext uri="{FF2B5EF4-FFF2-40B4-BE49-F238E27FC236}">
                <a16:creationId xmlns:a16="http://schemas.microsoft.com/office/drawing/2014/main" id="{BE91E901-A65F-49CF-A49F-C063DD86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28" name="grid-v-1092">
            <a:extLst xmlns:a="http://schemas.openxmlformats.org/drawingml/2006/main">
              <a:ext uri="{FF2B5EF4-FFF2-40B4-BE49-F238E27FC236}">
                <a16:creationId xmlns:a16="http://schemas.microsoft.com/office/drawing/2014/main" id="{456209BD-B3C8-4598-ACD7-89987071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29" name="grid-v-1134">
            <a:extLst xmlns:a="http://schemas.openxmlformats.org/drawingml/2006/main">
              <a:ext uri="{FF2B5EF4-FFF2-40B4-BE49-F238E27FC236}">
                <a16:creationId xmlns:a16="http://schemas.microsoft.com/office/drawing/2014/main" id="{E630C477-89C4-4358-925A-38768317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30" name="grid-v-1176">
            <a:extLst xmlns:a="http://schemas.openxmlformats.org/drawingml/2006/main">
              <a:ext uri="{FF2B5EF4-FFF2-40B4-BE49-F238E27FC236}">
                <a16:creationId xmlns:a16="http://schemas.microsoft.com/office/drawing/2014/main" id="{4C8E9039-6D02-4396-8570-94B03D29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31" name="grid-v-1218">
            <a:extLst xmlns:a="http://schemas.openxmlformats.org/drawingml/2006/main">
              <a:ext uri="{FF2B5EF4-FFF2-40B4-BE49-F238E27FC236}">
                <a16:creationId xmlns:a16="http://schemas.microsoft.com/office/drawing/2014/main" id="{6C4EFB0B-9738-4EBB-B0C9-C16D15EF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32" name="grid-v-1260">
            <a:extLst xmlns:a="http://schemas.openxmlformats.org/drawingml/2006/main">
              <a:ext uri="{FF2B5EF4-FFF2-40B4-BE49-F238E27FC236}">
                <a16:creationId xmlns:a16="http://schemas.microsoft.com/office/drawing/2014/main" id="{E7C1E45F-ACF3-4DED-A4E4-65D852BC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33" name="grid-v-1302">
            <a:extLst xmlns:a="http://schemas.openxmlformats.org/drawingml/2006/main">
              <a:ext uri="{FF2B5EF4-FFF2-40B4-BE49-F238E27FC236}">
                <a16:creationId xmlns:a16="http://schemas.microsoft.com/office/drawing/2014/main" id="{CF5CDDCF-7926-4DA7-98F0-57E710B2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34" name="grid-v-1344">
            <a:extLst xmlns:a="http://schemas.openxmlformats.org/drawingml/2006/main">
              <a:ext uri="{FF2B5EF4-FFF2-40B4-BE49-F238E27FC236}">
                <a16:creationId xmlns:a16="http://schemas.microsoft.com/office/drawing/2014/main" id="{4DB84965-86A0-40B9-B829-F7125688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35" name="grid-v-1386">
            <a:extLst xmlns:a="http://schemas.openxmlformats.org/drawingml/2006/main">
              <a:ext uri="{FF2B5EF4-FFF2-40B4-BE49-F238E27FC236}">
                <a16:creationId xmlns:a16="http://schemas.microsoft.com/office/drawing/2014/main" id="{3E17F269-18F2-49E2-96CA-A5A0AD09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36" name="grid-v-1428">
            <a:extLst xmlns:a="http://schemas.openxmlformats.org/drawingml/2006/main">
              <a:ext uri="{FF2B5EF4-FFF2-40B4-BE49-F238E27FC236}">
                <a16:creationId xmlns:a16="http://schemas.microsoft.com/office/drawing/2014/main" id="{4792740A-11AA-41EC-A344-8CF50A8E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37" name="grid-v-1470">
            <a:extLst xmlns:a="http://schemas.openxmlformats.org/drawingml/2006/main">
              <a:ext uri="{FF2B5EF4-FFF2-40B4-BE49-F238E27FC236}">
                <a16:creationId xmlns:a16="http://schemas.microsoft.com/office/drawing/2014/main" id="{CD71D80A-E960-4AF0-8D2B-125218C2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38" name="grid-v-1512">
            <a:extLst xmlns:a="http://schemas.openxmlformats.org/drawingml/2006/main">
              <a:ext uri="{FF2B5EF4-FFF2-40B4-BE49-F238E27FC236}">
                <a16:creationId xmlns:a16="http://schemas.microsoft.com/office/drawing/2014/main" id="{777D7322-D8C7-4C32-A817-541C791F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39" name="grid-v-1554">
            <a:extLst xmlns:a="http://schemas.openxmlformats.org/drawingml/2006/main">
              <a:ext uri="{FF2B5EF4-FFF2-40B4-BE49-F238E27FC236}">
                <a16:creationId xmlns:a16="http://schemas.microsoft.com/office/drawing/2014/main" id="{D77C8EBD-C824-4AF5-8AA4-DF01D343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40" name="grid-v-1596">
            <a:extLst xmlns:a="http://schemas.openxmlformats.org/drawingml/2006/main">
              <a:ext uri="{FF2B5EF4-FFF2-40B4-BE49-F238E27FC236}">
                <a16:creationId xmlns:a16="http://schemas.microsoft.com/office/drawing/2014/main" id="{C0C107A2-B5BB-4A26-B865-132D9CCB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41" name="grid-v-1638">
            <a:extLst xmlns:a="http://schemas.openxmlformats.org/drawingml/2006/main">
              <a:ext uri="{FF2B5EF4-FFF2-40B4-BE49-F238E27FC236}">
                <a16:creationId xmlns:a16="http://schemas.microsoft.com/office/drawing/2014/main" id="{8DC4A082-4D03-4B09-B562-44A8E254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0"/>
            <a:ext cx="95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42" name="grid-h-0">
            <a:extLst xmlns:a="http://schemas.openxmlformats.org/drawingml/2006/main">
              <a:ext uri="{FF2B5EF4-FFF2-40B4-BE49-F238E27FC236}">
                <a16:creationId xmlns:a16="http://schemas.microsoft.com/office/drawing/2014/main" id="{862A169F-A51A-4BB9-9781-9A8A8498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43" name="grid-h-42">
            <a:extLst xmlns:a="http://schemas.openxmlformats.org/drawingml/2006/main">
              <a:ext uri="{FF2B5EF4-FFF2-40B4-BE49-F238E27FC236}">
                <a16:creationId xmlns:a16="http://schemas.microsoft.com/office/drawing/2014/main" id="{C236B210-1739-40EB-9634-3571C4F6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44" name="grid-h-84">
            <a:extLst xmlns:a="http://schemas.openxmlformats.org/drawingml/2006/main">
              <a:ext uri="{FF2B5EF4-FFF2-40B4-BE49-F238E27FC236}">
                <a16:creationId xmlns:a16="http://schemas.microsoft.com/office/drawing/2014/main" id="{15DBA7C4-2790-47A3-8177-11EF5FD9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45" name="grid-h-126">
            <a:extLst xmlns:a="http://schemas.openxmlformats.org/drawingml/2006/main">
              <a:ext uri="{FF2B5EF4-FFF2-40B4-BE49-F238E27FC236}">
                <a16:creationId xmlns:a16="http://schemas.microsoft.com/office/drawing/2014/main" id="{C4243D01-FDB6-4530-BFFC-94EE7DCB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46" name="grid-h-168">
            <a:extLst xmlns:a="http://schemas.openxmlformats.org/drawingml/2006/main">
              <a:ext uri="{FF2B5EF4-FFF2-40B4-BE49-F238E27FC236}">
                <a16:creationId xmlns:a16="http://schemas.microsoft.com/office/drawing/2014/main" id="{53023B48-F423-4A6E-A5F9-07D0DD7E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47" name="grid-h-210">
            <a:extLst xmlns:a="http://schemas.openxmlformats.org/drawingml/2006/main">
              <a:ext uri="{FF2B5EF4-FFF2-40B4-BE49-F238E27FC236}">
                <a16:creationId xmlns:a16="http://schemas.microsoft.com/office/drawing/2014/main" id="{145008D6-845C-47EF-8DCE-F418E577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0025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48" name="grid-h-252">
            <a:extLst xmlns:a="http://schemas.openxmlformats.org/drawingml/2006/main">
              <a:ext uri="{FF2B5EF4-FFF2-40B4-BE49-F238E27FC236}">
                <a16:creationId xmlns:a16="http://schemas.microsoft.com/office/drawing/2014/main" id="{EB63103E-AF44-45B5-9DD8-C0BE67B5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0030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49" name="grid-h-294">
            <a:extLst xmlns:a="http://schemas.openxmlformats.org/drawingml/2006/main">
              <a:ext uri="{FF2B5EF4-FFF2-40B4-BE49-F238E27FC236}">
                <a16:creationId xmlns:a16="http://schemas.microsoft.com/office/drawing/2014/main" id="{16C4F926-D492-4AEA-A34A-ED1CAB25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0035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50" name="grid-h-336">
            <a:extLst xmlns:a="http://schemas.openxmlformats.org/drawingml/2006/main">
              <a:ext uri="{FF2B5EF4-FFF2-40B4-BE49-F238E27FC236}">
                <a16:creationId xmlns:a16="http://schemas.microsoft.com/office/drawing/2014/main" id="{C83FC1A0-A8F7-4D6C-AD95-02481DA1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51" name="grid-h-378">
            <a:extLst xmlns:a="http://schemas.openxmlformats.org/drawingml/2006/main">
              <a:ext uri="{FF2B5EF4-FFF2-40B4-BE49-F238E27FC236}">
                <a16:creationId xmlns:a16="http://schemas.microsoft.com/office/drawing/2014/main" id="{187D847C-1ADF-46A5-B207-69653051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52" name="grid-h-420">
            <a:extLst xmlns:a="http://schemas.openxmlformats.org/drawingml/2006/main">
              <a:ext uri="{FF2B5EF4-FFF2-40B4-BE49-F238E27FC236}">
                <a16:creationId xmlns:a16="http://schemas.microsoft.com/office/drawing/2014/main" id="{D9AD1BC8-8E97-46C7-8C79-665D7799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53" name="grid-h-462">
            <a:extLst xmlns:a="http://schemas.openxmlformats.org/drawingml/2006/main">
              <a:ext uri="{FF2B5EF4-FFF2-40B4-BE49-F238E27FC236}">
                <a16:creationId xmlns:a16="http://schemas.microsoft.com/office/drawing/2014/main" id="{FCCA438A-524D-426E-9698-0F5A1766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0055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54" name="grid-h-504">
            <a:extLst xmlns:a="http://schemas.openxmlformats.org/drawingml/2006/main">
              <a:ext uri="{FF2B5EF4-FFF2-40B4-BE49-F238E27FC236}">
                <a16:creationId xmlns:a16="http://schemas.microsoft.com/office/drawing/2014/main" id="{0C0EAA9E-EAE8-4119-BB16-97D882DC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55" name="grid-h-546">
            <a:extLst xmlns:a="http://schemas.openxmlformats.org/drawingml/2006/main">
              <a:ext uri="{FF2B5EF4-FFF2-40B4-BE49-F238E27FC236}">
                <a16:creationId xmlns:a16="http://schemas.microsoft.com/office/drawing/2014/main" id="{698477B9-333E-47F9-B94C-70685E05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0065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56" name="grid-h-588">
            <a:extLst xmlns:a="http://schemas.openxmlformats.org/drawingml/2006/main">
              <a:ext uri="{FF2B5EF4-FFF2-40B4-BE49-F238E27FC236}">
                <a16:creationId xmlns:a16="http://schemas.microsoft.com/office/drawing/2014/main" id="{717802A9-0387-49B3-9381-CCAA0AEF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57" name="grid-h-630">
            <a:extLst xmlns:a="http://schemas.openxmlformats.org/drawingml/2006/main">
              <a:ext uri="{FF2B5EF4-FFF2-40B4-BE49-F238E27FC236}">
                <a16:creationId xmlns:a16="http://schemas.microsoft.com/office/drawing/2014/main" id="{079E3F6B-F82A-49BF-B5DA-F126BD1C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58" name="grid-h-672">
            <a:extLst xmlns:a="http://schemas.openxmlformats.org/drawingml/2006/main">
              <a:ext uri="{FF2B5EF4-FFF2-40B4-BE49-F238E27FC236}">
                <a16:creationId xmlns:a16="http://schemas.microsoft.com/office/drawing/2014/main" id="{9A593023-421E-4A89-83BB-84A0C81E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59" name="grid-h-714">
            <a:extLst xmlns:a="http://schemas.openxmlformats.org/drawingml/2006/main">
              <a:ext uri="{FF2B5EF4-FFF2-40B4-BE49-F238E27FC236}">
                <a16:creationId xmlns:a16="http://schemas.microsoft.com/office/drawing/2014/main" id="{E0DE17C1-1222-4DF2-9AAF-79C141D2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60" name="grid-h-756">
            <a:extLst xmlns:a="http://schemas.openxmlformats.org/drawingml/2006/main">
              <a:ext uri="{FF2B5EF4-FFF2-40B4-BE49-F238E27FC236}">
                <a16:creationId xmlns:a16="http://schemas.microsoft.com/office/drawing/2014/main" id="{B1E8DD10-0031-48D7-97CA-E9D6D694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90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61" name="grid-h-798">
            <a:extLst xmlns:a="http://schemas.openxmlformats.org/drawingml/2006/main">
              <a:ext uri="{FF2B5EF4-FFF2-40B4-BE49-F238E27FC236}">
                <a16:creationId xmlns:a16="http://schemas.microsoft.com/office/drawing/2014/main" id="{A04D6A6D-EDD6-4489-BF16-4F7AE54C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0095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62" name="grid-h-840">
            <a:extLst xmlns:a="http://schemas.openxmlformats.org/drawingml/2006/main">
              <a:ext uri="{FF2B5EF4-FFF2-40B4-BE49-F238E27FC236}">
                <a16:creationId xmlns:a16="http://schemas.microsoft.com/office/drawing/2014/main" id="{1CF3C8B8-14E4-4AC1-B4AC-2A3E7CFE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63" name="grid-h-882">
            <a:extLst xmlns:a="http://schemas.openxmlformats.org/drawingml/2006/main">
              <a:ext uri="{FF2B5EF4-FFF2-40B4-BE49-F238E27FC236}">
                <a16:creationId xmlns:a16="http://schemas.microsoft.com/office/drawing/2014/main" id="{CCE5AFC0-F31E-4370-B7CA-1587D31F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0105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64" name="grid-h-924">
            <a:extLst xmlns:a="http://schemas.openxmlformats.org/drawingml/2006/main">
              <a:ext uri="{FF2B5EF4-FFF2-40B4-BE49-F238E27FC236}">
                <a16:creationId xmlns:a16="http://schemas.microsoft.com/office/drawing/2014/main" id="{1ADACE0E-AA56-462D-B7E5-82C1A268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1100"/>
            <a:ext cx="1592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0">
            <a:solidFill>
              <a:srgbClr val="EAF3FD"/>
            </a:solidFill>
          </a:ln>
        </p:spPr>
      </p:sp>
      <p:sp>
        <p:nvSpPr>
          <p:cNvPr id="65" name="title">
            <a:extLst xmlns:a="http://schemas.openxmlformats.org/drawingml/2006/main">
              <a:ext uri="{FF2B5EF4-FFF2-40B4-BE49-F238E27FC236}">
                <a16:creationId xmlns:a16="http://schemas.microsoft.com/office/drawing/2014/main" id="{81DB232A-B95F-4A82-857A-92B089A8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6200"/>
            <a:ext cx="823912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6166D"/>
                </a:solidFill>
              </a:defRPr>
            </a:pPr>
            <a:r>
              <a:rPr sz="3300" b="1">
                <a:solidFill>
                  <a:srgbClr val="06166D"/>
                </a:solidFill>
              </a:rPr>
              <a:t>多模态医学 AI 辅助诊疗流程架构</a:t>
            </a:r>
          </a:p>
        </p:txBody>
      </p:sp>
      <p:sp>
        <p:nvSpPr>
          <p:cNvPr id="66" name="subtitle">
            <a:extLst xmlns:a="http://schemas.openxmlformats.org/drawingml/2006/main">
              <a:ext uri="{FF2B5EF4-FFF2-40B4-BE49-F238E27FC236}">
                <a16:creationId xmlns:a16="http://schemas.microsoft.com/office/drawing/2014/main" id="{F999C33F-E3CE-40E0-B8C4-885EEA83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62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7B3"/>
                </a:solidFill>
              </a:defRPr>
            </a:pPr>
            <a:r>
              <a:rPr sz="1650" b="1">
                <a:solidFill>
                  <a:srgbClr val="0647B3"/>
                </a:solidFill>
              </a:rPr>
              <a:t>面向智能诊断、风险评估与临床决策支持的多源信息融合流程</a:t>
            </a:r>
          </a:p>
        </p:txBody>
      </p:sp>
      <p:sp>
        <p:nvSpPr>
          <p:cNvPr id="67" name="subtitle-rule-left">
            <a:extLst xmlns:a="http://schemas.openxmlformats.org/drawingml/2006/main">
              <a:ext uri="{FF2B5EF4-FFF2-40B4-BE49-F238E27FC236}">
                <a16:creationId xmlns:a16="http://schemas.microsoft.com/office/drawing/2014/main" id="{58BFEC64-36AF-4BE4-871A-3A528226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144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7B3"/>
          </a:solidFill>
          <a:ln xmlns:a="http://schemas.openxmlformats.org/drawingml/2006/main" w="0">
            <a:solidFill>
              <a:srgbClr val="0647B3"/>
            </a:solidFill>
          </a:ln>
        </p:spPr>
      </p:sp>
      <p:sp>
        <p:nvSpPr>
          <p:cNvPr id="68" name="subtitle-rule-right">
            <a:extLst xmlns:a="http://schemas.openxmlformats.org/drawingml/2006/main">
              <a:ext uri="{FF2B5EF4-FFF2-40B4-BE49-F238E27FC236}">
                <a16:creationId xmlns:a16="http://schemas.microsoft.com/office/drawing/2014/main" id="{74F60F42-F346-40A5-857B-15B92026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9144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7B3"/>
          </a:solidFill>
          <a:ln xmlns:a="http://schemas.openxmlformats.org/drawingml/2006/main" w="0">
            <a:solidFill>
              <a:srgbClr val="0647B3"/>
            </a:solidFill>
          </a:ln>
        </p:spPr>
      </p:sp>
      <p:sp>
        <p:nvSpPr>
          <p:cNvPr id="69" name="outer-input">
            <a:extLst xmlns:a="http://schemas.openxmlformats.org/drawingml/2006/main">
              <a:ext uri="{FF2B5EF4-FFF2-40B4-BE49-F238E27FC236}">
                <a16:creationId xmlns:a16="http://schemas.microsoft.com/office/drawing/2014/main" id="{FA613ACC-F349-491D-BD55-EAAEEB51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000125"/>
            <a:ext cx="15411450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79AFFF"/>
            </a:solidFill>
          </a:ln>
        </p:spPr>
      </p:sp>
      <p:sp>
        <p:nvSpPr>
          <p:cNvPr id="70" name="outer-model">
            <a:extLst xmlns:a="http://schemas.openxmlformats.org/drawingml/2006/main">
              <a:ext uri="{FF2B5EF4-FFF2-40B4-BE49-F238E27FC236}">
                <a16:creationId xmlns:a16="http://schemas.microsoft.com/office/drawing/2014/main" id="{346EC401-2D1C-4A46-8478-CACA01F7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429000"/>
            <a:ext cx="1541145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11430">
            <a:solidFill>
              <a:srgbClr val="57A7FF"/>
            </a:solidFill>
          </a:ln>
        </p:spPr>
      </p:sp>
      <p:sp>
        <p:nvSpPr>
          <p:cNvPr id="71" name="outer-output">
            <a:extLst xmlns:a="http://schemas.openxmlformats.org/drawingml/2006/main">
              <a:ext uri="{FF2B5EF4-FFF2-40B4-BE49-F238E27FC236}">
                <a16:creationId xmlns:a16="http://schemas.microsoft.com/office/drawing/2014/main" id="{C8A59EA0-6628-43EE-9AF5-ED01F8D0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6353175"/>
            <a:ext cx="154114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DDF5E9"/>
          </a:solidFill>
          <a:ln xmlns:a="http://schemas.openxmlformats.org/drawingml/2006/main" w="11430">
            <a:solidFill>
              <a:srgbClr val="44C7A0"/>
            </a:solidFill>
          </a:ln>
        </p:spPr>
      </p:sp>
      <p:sp>
        <p:nvSpPr>
          <p:cNvPr id="72" name="card-ct">
            <a:extLst xmlns:a="http://schemas.openxmlformats.org/drawingml/2006/main">
              <a:ext uri="{FF2B5EF4-FFF2-40B4-BE49-F238E27FC236}">
                <a16:creationId xmlns:a16="http://schemas.microsoft.com/office/drawing/2014/main" id="{57D2213A-96FB-4CE0-B503-F4A50620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152525"/>
            <a:ext cx="27908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BFEFF"/>
          </a:solidFill>
          <a:ln xmlns:a="http://schemas.openxmlformats.org/drawingml/2006/main" w="9525">
            <a:solidFill>
              <a:srgbClr val="96BFFF"/>
            </a:solidFill>
          </a:ln>
        </p:spPr>
      </p:sp>
      <p:sp>
        <p:nvSpPr>
          <p:cNvPr id="73" name="card-pathology">
            <a:extLst xmlns:a="http://schemas.openxmlformats.org/drawingml/2006/main">
              <a:ext uri="{FF2B5EF4-FFF2-40B4-BE49-F238E27FC236}">
                <a16:creationId xmlns:a16="http://schemas.microsoft.com/office/drawing/2014/main" id="{A9241D1F-CE0D-4819-9777-97087FDE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52525"/>
            <a:ext cx="28289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BFEFF"/>
          </a:solidFill>
          <a:ln xmlns:a="http://schemas.openxmlformats.org/drawingml/2006/main" w="9525">
            <a:solidFill>
              <a:srgbClr val="96BFFF"/>
            </a:solidFill>
          </a:ln>
        </p:spPr>
      </p:sp>
      <p:sp>
        <p:nvSpPr>
          <p:cNvPr id="74" name="card-emr">
            <a:extLst xmlns:a="http://schemas.openxmlformats.org/drawingml/2006/main">
              <a:ext uri="{FF2B5EF4-FFF2-40B4-BE49-F238E27FC236}">
                <a16:creationId xmlns:a16="http://schemas.microsoft.com/office/drawing/2014/main" id="{25119EB4-347C-4D20-988C-54D73FDE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152525"/>
            <a:ext cx="33909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BFEFF"/>
          </a:solidFill>
          <a:ln xmlns:a="http://schemas.openxmlformats.org/drawingml/2006/main" w="9525">
            <a:solidFill>
              <a:srgbClr val="96BFFF"/>
            </a:solidFill>
          </a:ln>
        </p:spPr>
      </p:sp>
      <p:sp>
        <p:nvSpPr>
          <p:cNvPr id="75" name="card-lab">
            <a:extLst xmlns:a="http://schemas.openxmlformats.org/drawingml/2006/main">
              <a:ext uri="{FF2B5EF4-FFF2-40B4-BE49-F238E27FC236}">
                <a16:creationId xmlns:a16="http://schemas.microsoft.com/office/drawing/2014/main" id="{D228417B-A79B-4BC4-99B8-20D2FE34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1152525"/>
            <a:ext cx="36766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BFEFF"/>
          </a:solidFill>
          <a:ln xmlns:a="http://schemas.openxmlformats.org/drawingml/2006/main" w="9525">
            <a:solidFill>
              <a:srgbClr val="96BFFF"/>
            </a:solidFill>
          </a:ln>
        </p:spPr>
      </p:sp>
      <p:sp>
        <p:nvSpPr>
          <p:cNvPr id="76" name="card-kg">
            <a:extLst xmlns:a="http://schemas.openxmlformats.org/drawingml/2006/main">
              <a:ext uri="{FF2B5EF4-FFF2-40B4-BE49-F238E27FC236}">
                <a16:creationId xmlns:a16="http://schemas.microsoft.com/office/drawing/2014/main" id="{123A2B7F-8D97-4C28-8F32-30146BD3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33775"/>
            <a:ext cx="2314575" cy="24955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BFEFF"/>
          </a:solidFill>
          <a:ln xmlns:a="http://schemas.openxmlformats.org/drawingml/2006/main" w="13335">
            <a:solidFill>
              <a:srgbClr val="39A3FF"/>
            </a:solidFill>
          </a:ln>
        </p:spPr>
      </p:sp>
      <p:sp>
        <p:nvSpPr>
          <p:cNvPr id="77" name="card-encoder">
            <a:extLst xmlns:a="http://schemas.openxmlformats.org/drawingml/2006/main">
              <a:ext uri="{FF2B5EF4-FFF2-40B4-BE49-F238E27FC236}">
                <a16:creationId xmlns:a16="http://schemas.microsoft.com/office/drawing/2014/main" id="{16147BD6-45E1-4846-AE70-63977138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33775"/>
            <a:ext cx="3381375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BFEFF"/>
          </a:solidFill>
          <a:ln xmlns:a="http://schemas.openxmlformats.org/drawingml/2006/main" w="13335">
            <a:solidFill>
              <a:srgbClr val="39A3FF"/>
            </a:solidFill>
          </a:ln>
        </p:spPr>
      </p:sp>
      <p:sp>
        <p:nvSpPr>
          <p:cNvPr id="78" name="card-risk">
            <a:extLst xmlns:a="http://schemas.openxmlformats.org/drawingml/2006/main">
              <a:ext uri="{FF2B5EF4-FFF2-40B4-BE49-F238E27FC236}">
                <a16:creationId xmlns:a16="http://schemas.microsoft.com/office/drawing/2014/main" id="{3B723B0D-DEAA-4D2B-A761-2E58B8A6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33775"/>
            <a:ext cx="3495675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BFEFF"/>
          </a:solidFill>
          <a:ln xmlns:a="http://schemas.openxmlformats.org/drawingml/2006/main" w="13335">
            <a:solidFill>
              <a:srgbClr val="39A3FF"/>
            </a:solidFill>
          </a:ln>
        </p:spPr>
      </p:sp>
      <p:sp>
        <p:nvSpPr>
          <p:cNvPr id="79" name="card-explain">
            <a:extLst xmlns:a="http://schemas.openxmlformats.org/drawingml/2006/main">
              <a:ext uri="{FF2B5EF4-FFF2-40B4-BE49-F238E27FC236}">
                <a16:creationId xmlns:a16="http://schemas.microsoft.com/office/drawing/2014/main" id="{9E9E1DBC-9F76-4F46-81D2-51DF7258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3533775"/>
            <a:ext cx="283845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BFEFF"/>
          </a:solidFill>
          <a:ln xmlns:a="http://schemas.openxmlformats.org/drawingml/2006/main" w="13335">
            <a:solidFill>
              <a:srgbClr val="39A3FF"/>
            </a:solidFill>
          </a:ln>
        </p:spPr>
      </p:sp>
      <p:sp>
        <p:nvSpPr>
          <p:cNvPr id="80" name="card-diagnosis">
            <a:extLst xmlns:a="http://schemas.openxmlformats.org/drawingml/2006/main">
              <a:ext uri="{FF2B5EF4-FFF2-40B4-BE49-F238E27FC236}">
                <a16:creationId xmlns:a16="http://schemas.microsoft.com/office/drawing/2014/main" id="{5371BBD5-63DA-40C6-B388-616C34DC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457950"/>
            <a:ext cx="2533650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BFEFF"/>
          </a:solidFill>
          <a:ln xmlns:a="http://schemas.openxmlformats.org/drawingml/2006/main" w="11430">
            <a:solidFill>
              <a:srgbClr val="59C99D"/>
            </a:solidFill>
          </a:ln>
        </p:spPr>
      </p:sp>
      <p:sp>
        <p:nvSpPr>
          <p:cNvPr id="81" name="card-followup">
            <a:extLst xmlns:a="http://schemas.openxmlformats.org/drawingml/2006/main">
              <a:ext uri="{FF2B5EF4-FFF2-40B4-BE49-F238E27FC236}">
                <a16:creationId xmlns:a16="http://schemas.microsoft.com/office/drawing/2014/main" id="{9C5B07C6-3D2F-48D5-B270-AF629C05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457950"/>
            <a:ext cx="31527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BFEFF"/>
          </a:solidFill>
          <a:ln xmlns:a="http://schemas.openxmlformats.org/drawingml/2006/main" w="11430">
            <a:solidFill>
              <a:srgbClr val="59C99D"/>
            </a:solidFill>
          </a:ln>
        </p:spPr>
      </p:sp>
      <p:sp>
        <p:nvSpPr>
          <p:cNvPr id="82" name="card-workstation">
            <a:extLst xmlns:a="http://schemas.openxmlformats.org/drawingml/2006/main">
              <a:ext uri="{FF2B5EF4-FFF2-40B4-BE49-F238E27FC236}">
                <a16:creationId xmlns:a16="http://schemas.microsoft.com/office/drawing/2014/main" id="{46DA0371-E941-4639-812D-D94A6A66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457950"/>
            <a:ext cx="3524250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BFEFF"/>
          </a:solidFill>
          <a:ln xmlns:a="http://schemas.openxmlformats.org/drawingml/2006/main" w="11430">
            <a:solidFill>
              <a:srgbClr val="59C99D"/>
            </a:solidFill>
          </a:ln>
        </p:spPr>
      </p:sp>
      <p:sp>
        <p:nvSpPr>
          <p:cNvPr id="83" name="card-quality">
            <a:extLst xmlns:a="http://schemas.openxmlformats.org/drawingml/2006/main">
              <a:ext uri="{FF2B5EF4-FFF2-40B4-BE49-F238E27FC236}">
                <a16:creationId xmlns:a16="http://schemas.microsoft.com/office/drawing/2014/main" id="{92FB3850-95A0-4063-B552-34C267F5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57950"/>
            <a:ext cx="3905250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BFEFF"/>
          </a:solidFill>
          <a:ln xmlns:a="http://schemas.openxmlformats.org/drawingml/2006/main" w="11430">
            <a:solidFill>
              <a:srgbClr val="59C99D"/>
            </a:solidFill>
          </a:ln>
        </p:spPr>
      </p:sp>
      <p:sp>
        <p:nvSpPr>
          <p:cNvPr id="84" name="layer-input">
            <a:extLst xmlns:a="http://schemas.openxmlformats.org/drawingml/2006/main">
              <a:ext uri="{FF2B5EF4-FFF2-40B4-BE49-F238E27FC236}">
                <a16:creationId xmlns:a16="http://schemas.microsoft.com/office/drawing/2014/main" id="{48B22E3D-25CA-4AB0-ACC4-2C82CDF1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133475"/>
            <a:ext cx="1619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47B3"/>
                </a:solidFill>
              </a:defRPr>
            </a:pPr>
            <a:r>
              <a:rPr sz="2250" b="1">
                <a:solidFill>
                  <a:srgbClr val="0647B3"/>
                </a:solidFill>
              </a:rPr>
              <a:t>数据输入层</a:t>
            </a:r>
          </a:p>
        </p:txBody>
      </p:sp>
      <p:sp>
        <p:nvSpPr>
          <p:cNvPr id="85" name="layer-model">
            <a:extLst xmlns:a="http://schemas.openxmlformats.org/drawingml/2006/main">
              <a:ext uri="{FF2B5EF4-FFF2-40B4-BE49-F238E27FC236}">
                <a16:creationId xmlns:a16="http://schemas.microsoft.com/office/drawing/2014/main" id="{E0BA7176-C404-4820-9FA4-B8544BA5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62350"/>
            <a:ext cx="1619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47B3"/>
                </a:solidFill>
              </a:defRPr>
            </a:pPr>
            <a:r>
              <a:rPr sz="2250" b="1">
                <a:solidFill>
                  <a:srgbClr val="0647B3"/>
                </a:solidFill>
              </a:rPr>
              <a:t>模型分析层</a:t>
            </a:r>
          </a:p>
        </p:txBody>
      </p:sp>
      <p:sp>
        <p:nvSpPr>
          <p:cNvPr id="86" name="layer-output">
            <a:extLst xmlns:a="http://schemas.openxmlformats.org/drawingml/2006/main">
              <a:ext uri="{FF2B5EF4-FFF2-40B4-BE49-F238E27FC236}">
                <a16:creationId xmlns:a16="http://schemas.microsoft.com/office/drawing/2014/main" id="{EC887F23-DCE7-4426-A147-1364695B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619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B65"/>
                </a:solidFill>
              </a:defRPr>
            </a:pPr>
            <a:r>
              <a:rPr sz="2250" b="1">
                <a:solidFill>
                  <a:srgbClr val="007B65"/>
                </a:solidFill>
              </a:rPr>
              <a:t>临床输出层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8c7b333ac471c"/>
          <a:stretch xmlns:a="http://schemas.openxmlformats.org/drawingml/2006/main"/>
        </p:blipFill>
        <p:spPr>
          <a:xfrm xmlns:a="http://schemas.openxmlformats.org/drawingml/2006/main">
            <a:off x="400050" y="1671657"/>
            <a:ext cx="1676400" cy="1190586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b096c483d4331"/>
          <a:stretch xmlns:a="http://schemas.openxmlformats.org/drawingml/2006/main"/>
        </p:blipFill>
        <p:spPr>
          <a:xfrm xmlns:a="http://schemas.openxmlformats.org/drawingml/2006/main">
            <a:off x="2868613" y="1181100"/>
            <a:ext cx="454025" cy="419100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72f59ad18491f"/>
          <a:stretch xmlns:a="http://schemas.openxmlformats.org/drawingml/2006/main"/>
        </p:blipFill>
        <p:spPr>
          <a:xfrm xmlns:a="http://schemas.openxmlformats.org/drawingml/2006/main">
            <a:off x="2793700" y="1619250"/>
            <a:ext cx="2127849" cy="1143000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535f0eadf4507"/>
          <a:stretch xmlns:a="http://schemas.openxmlformats.org/drawingml/2006/main"/>
        </p:blipFill>
        <p:spPr>
          <a:xfrm xmlns:a="http://schemas.openxmlformats.org/drawingml/2006/main">
            <a:off x="5839107" y="1162050"/>
            <a:ext cx="342337" cy="457200"/>
          </a:xfrm>
          <a:prstGeom xmlns:a="http://schemas.openxmlformats.org/drawingml/2006/main" prst="rect">
            <a:avLst/>
          </a:prstGeom>
        </p:spPr>
      </p:pic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40a9da93e48a2"/>
          <a:stretch xmlns:a="http://schemas.openxmlformats.org/drawingml/2006/main"/>
        </p:blipFill>
        <p:spPr>
          <a:xfrm xmlns:a="http://schemas.openxmlformats.org/drawingml/2006/main">
            <a:off x="5766182" y="1609725"/>
            <a:ext cx="1993136" cy="1162050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e6bfa3c374c55"/>
          <a:stretch xmlns:a="http://schemas.openxmlformats.org/drawingml/2006/main"/>
        </p:blipFill>
        <p:spPr>
          <a:xfrm xmlns:a="http://schemas.openxmlformats.org/drawingml/2006/main">
            <a:off x="8998755" y="1162050"/>
            <a:ext cx="347641" cy="4572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a6e6eb2894695"/>
          <a:stretch xmlns:a="http://schemas.openxmlformats.org/drawingml/2006/main"/>
        </p:blipFill>
        <p:spPr>
          <a:xfrm xmlns:a="http://schemas.openxmlformats.org/drawingml/2006/main">
            <a:off x="9034934" y="1600200"/>
            <a:ext cx="1875483" cy="11811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acf8d78ab4103"/>
          <a:stretch xmlns:a="http://schemas.openxmlformats.org/drawingml/2006/main"/>
        </p:blipFill>
        <p:spPr>
          <a:xfrm xmlns:a="http://schemas.openxmlformats.org/drawingml/2006/main">
            <a:off x="12435095" y="1162050"/>
            <a:ext cx="390111" cy="457200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640e5bb6d412c"/>
          <a:stretch xmlns:a="http://schemas.openxmlformats.org/drawingml/2006/main"/>
        </p:blipFill>
        <p:spPr>
          <a:xfrm xmlns:a="http://schemas.openxmlformats.org/drawingml/2006/main">
            <a:off x="12571553" y="1600200"/>
            <a:ext cx="2098394" cy="1190625"/>
          </a:xfrm>
          <a:prstGeom xmlns:a="http://schemas.openxmlformats.org/drawingml/2006/main" prst="rect">
            <a:avLst/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1e02189914eae"/>
          <a:stretch xmlns:a="http://schemas.openxmlformats.org/drawingml/2006/main"/>
        </p:blipFill>
        <p:spPr>
          <a:xfrm xmlns:a="http://schemas.openxmlformats.org/drawingml/2006/main">
            <a:off x="551648" y="4171950"/>
            <a:ext cx="1506553" cy="1428750"/>
          </a:xfrm>
          <a:prstGeom xmlns:a="http://schemas.openxmlformats.org/drawingml/2006/main" prst="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be0a8992540ba"/>
          <a:stretch xmlns:a="http://schemas.openxmlformats.org/drawingml/2006/main"/>
        </p:blipFill>
        <p:spPr>
          <a:xfrm xmlns:a="http://schemas.openxmlformats.org/drawingml/2006/main">
            <a:off x="2412131" y="3781425"/>
            <a:ext cx="2186138" cy="1752600"/>
          </a:xfrm>
          <a:prstGeom xmlns:a="http://schemas.openxmlformats.org/drawingml/2006/main" prst="rect">
            <a:avLst/>
          </a:prstGeom>
        </p:spPr>
      </p:pic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ba55e7a3b45d5"/>
          <a:stretch xmlns:a="http://schemas.openxmlformats.org/drawingml/2006/main"/>
        </p:blipFill>
        <p:spPr>
          <a:xfrm xmlns:a="http://schemas.openxmlformats.org/drawingml/2006/main">
            <a:off x="5297734" y="3876675"/>
            <a:ext cx="2777632" cy="1428750"/>
          </a:xfrm>
          <a:prstGeom xmlns:a="http://schemas.openxmlformats.org/drawingml/2006/main" prst="rect">
            <a:avLst/>
          </a:prstGeom>
        </p:spPr>
      </p:pic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ae8f136a34169"/>
          <a:stretch xmlns:a="http://schemas.openxmlformats.org/drawingml/2006/main"/>
        </p:blipFill>
        <p:spPr>
          <a:xfrm xmlns:a="http://schemas.openxmlformats.org/drawingml/2006/main">
            <a:off x="5231943" y="5381625"/>
            <a:ext cx="385090" cy="409575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511ab43644c2f"/>
          <a:stretch xmlns:a="http://schemas.openxmlformats.org/drawingml/2006/main"/>
        </p:blipFill>
        <p:spPr>
          <a:xfrm xmlns:a="http://schemas.openxmlformats.org/drawingml/2006/main">
            <a:off x="5979167" y="5381625"/>
            <a:ext cx="357490" cy="409575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7fc449f8e4657"/>
          <a:stretch xmlns:a="http://schemas.openxmlformats.org/drawingml/2006/main"/>
        </p:blipFill>
        <p:spPr>
          <a:xfrm xmlns:a="http://schemas.openxmlformats.org/drawingml/2006/main">
            <a:off x="6712885" y="5381625"/>
            <a:ext cx="318804" cy="40957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850b8408f4f5c"/>
          <a:stretch xmlns:a="http://schemas.openxmlformats.org/drawingml/2006/main"/>
        </p:blipFill>
        <p:spPr>
          <a:xfrm xmlns:a="http://schemas.openxmlformats.org/drawingml/2006/main">
            <a:off x="7402400" y="5381625"/>
            <a:ext cx="349474" cy="40957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f0796dc994b22"/>
          <a:stretch xmlns:a="http://schemas.openxmlformats.org/drawingml/2006/main"/>
        </p:blipFill>
        <p:spPr>
          <a:xfrm xmlns:a="http://schemas.openxmlformats.org/drawingml/2006/main">
            <a:off x="9010650" y="3958590"/>
            <a:ext cx="1771650" cy="1122045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93f7721314acd"/>
          <a:stretch xmlns:a="http://schemas.openxmlformats.org/drawingml/2006/main"/>
        </p:blipFill>
        <p:spPr>
          <a:xfrm xmlns:a="http://schemas.openxmlformats.org/drawingml/2006/main">
            <a:off x="9181377" y="4914900"/>
            <a:ext cx="1239697" cy="1009650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84e9284dc4aaf"/>
          <a:stretch xmlns:a="http://schemas.openxmlformats.org/drawingml/2006/main"/>
        </p:blipFill>
        <p:spPr>
          <a:xfrm xmlns:a="http://schemas.openxmlformats.org/drawingml/2006/main">
            <a:off x="10734675" y="5318998"/>
            <a:ext cx="1257300" cy="277654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2bc3c22644855"/>
          <a:stretch xmlns:a="http://schemas.openxmlformats.org/drawingml/2006/main"/>
        </p:blipFill>
        <p:spPr>
          <a:xfrm xmlns:a="http://schemas.openxmlformats.org/drawingml/2006/main">
            <a:off x="13201075" y="4010025"/>
            <a:ext cx="1315601" cy="800100"/>
          </a:xfrm>
          <a:prstGeom xmlns:a="http://schemas.openxmlformats.org/drawingml/2006/main" prst="rect">
            <a:avLst/>
          </a:prstGeom>
        </p:spPr>
      </p:pic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340d59735477a"/>
          <a:stretch xmlns:a="http://schemas.openxmlformats.org/drawingml/2006/main"/>
        </p:blipFill>
        <p:spPr>
          <a:xfrm xmlns:a="http://schemas.openxmlformats.org/drawingml/2006/main">
            <a:off x="13562515" y="5105400"/>
            <a:ext cx="840370" cy="809625"/>
          </a:xfrm>
          <a:prstGeom xmlns:a="http://schemas.openxmlformats.org/drawingml/2006/main" prst="rect">
            <a:avLst/>
          </a:prstGeom>
        </p:spPr>
      </p:pic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3fbc891b245e8"/>
          <a:stretch xmlns:a="http://schemas.openxmlformats.org/drawingml/2006/main"/>
        </p:blipFill>
        <p:spPr>
          <a:xfrm xmlns:a="http://schemas.openxmlformats.org/drawingml/2006/main">
            <a:off x="533400" y="7107976"/>
            <a:ext cx="1428750" cy="1119297"/>
          </a:xfrm>
          <a:prstGeom xmlns:a="http://schemas.openxmlformats.org/drawingml/2006/main" prst="rect">
            <a:avLst/>
          </a:prstGeom>
        </p:spPr>
      </p:pic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cd55c72b143c1"/>
          <a:stretch xmlns:a="http://schemas.openxmlformats.org/drawingml/2006/main"/>
        </p:blipFill>
        <p:spPr>
          <a:xfrm xmlns:a="http://schemas.openxmlformats.org/drawingml/2006/main">
            <a:off x="2457934" y="6496050"/>
            <a:ext cx="284783" cy="361950"/>
          </a:xfrm>
          <a:prstGeom xmlns:a="http://schemas.openxmlformats.org/drawingml/2006/main" prst="rect">
            <a:avLst/>
          </a:prstGeom>
        </p:spPr>
      </p:pic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bd0f8125b4586"/>
          <a:stretch xmlns:a="http://schemas.openxmlformats.org/drawingml/2006/main"/>
        </p:blipFill>
        <p:spPr>
          <a:xfrm xmlns:a="http://schemas.openxmlformats.org/drawingml/2006/main">
            <a:off x="2439959" y="6858000"/>
            <a:ext cx="1959033" cy="1600200"/>
          </a:xfrm>
          <a:prstGeom xmlns:a="http://schemas.openxmlformats.org/drawingml/2006/main" prst="rect">
            <a:avLst/>
          </a:prstGeom>
        </p:spPr>
      </p:pic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d074f79e74158"/>
          <a:stretch xmlns:a="http://schemas.openxmlformats.org/drawingml/2006/main"/>
        </p:blipFill>
        <p:spPr>
          <a:xfrm xmlns:a="http://schemas.openxmlformats.org/drawingml/2006/main">
            <a:off x="5407184" y="6496050"/>
            <a:ext cx="367983" cy="361950"/>
          </a:xfrm>
          <a:prstGeom xmlns:a="http://schemas.openxmlformats.org/drawingml/2006/main" prst="rect">
            <a:avLst/>
          </a:prstGeom>
        </p:spPr>
      </p:pic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553800b1543e9"/>
          <a:stretch xmlns:a="http://schemas.openxmlformats.org/drawingml/2006/main"/>
        </p:blipFill>
        <p:spPr>
          <a:xfrm xmlns:a="http://schemas.openxmlformats.org/drawingml/2006/main">
            <a:off x="5544660" y="6877050"/>
            <a:ext cx="1674179" cy="1428750"/>
          </a:xfrm>
          <a:prstGeom xmlns:a="http://schemas.openxmlformats.org/drawingml/2006/main" prst="rect">
            <a:avLst/>
          </a:prstGeom>
        </p:spPr>
      </p:pic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a94cbfd494502"/>
          <a:stretch xmlns:a="http://schemas.openxmlformats.org/drawingml/2006/main"/>
        </p:blipFill>
        <p:spPr>
          <a:xfrm xmlns:a="http://schemas.openxmlformats.org/drawingml/2006/main">
            <a:off x="8567523" y="6496050"/>
            <a:ext cx="429053" cy="361950"/>
          </a:xfrm>
          <a:prstGeom xmlns:a="http://schemas.openxmlformats.org/drawingml/2006/main" prst="rect">
            <a:avLst/>
          </a:prstGeom>
        </p:spPr>
      </p:pic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098e3430b4ca3"/>
          <a:stretch xmlns:a="http://schemas.openxmlformats.org/drawingml/2006/main"/>
        </p:blipFill>
        <p:spPr>
          <a:xfrm xmlns:a="http://schemas.openxmlformats.org/drawingml/2006/main">
            <a:off x="8760909" y="6762750"/>
            <a:ext cx="2233032" cy="1695450"/>
          </a:xfrm>
          <a:prstGeom xmlns:a="http://schemas.openxmlformats.org/drawingml/2006/main" prst="rect">
            <a:avLst/>
          </a:prstGeom>
        </p:spPr>
      </p:pic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9e7fa75d9421e"/>
          <a:stretch xmlns:a="http://schemas.openxmlformats.org/drawingml/2006/main"/>
        </p:blipFill>
        <p:spPr>
          <a:xfrm xmlns:a="http://schemas.openxmlformats.org/drawingml/2006/main">
            <a:off x="12087820" y="6496050"/>
            <a:ext cx="341709" cy="400050"/>
          </a:xfrm>
          <a:prstGeom xmlns:a="http://schemas.openxmlformats.org/drawingml/2006/main" prst="rect">
            <a:avLst/>
          </a:prstGeom>
        </p:spPr>
      </p:pic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9306af2234b42"/>
          <a:stretch xmlns:a="http://schemas.openxmlformats.org/drawingml/2006/main"/>
        </p:blipFill>
        <p:spPr>
          <a:xfrm xmlns:a="http://schemas.openxmlformats.org/drawingml/2006/main">
            <a:off x="12332738" y="6838950"/>
            <a:ext cx="2480774" cy="1619250"/>
          </a:xfrm>
          <a:prstGeom xmlns:a="http://schemas.openxmlformats.org/drawingml/2006/main" prst="rect">
            <a:avLst/>
          </a:prstGeom>
        </p:spPr>
      </p:pic>
      <p:sp>
        <p:nvSpPr>
          <p:cNvPr id="117" name="ct-title">
            <a:extLst xmlns:a="http://schemas.openxmlformats.org/drawingml/2006/main">
              <a:ext uri="{FF2B5EF4-FFF2-40B4-BE49-F238E27FC236}">
                <a16:creationId xmlns:a16="http://schemas.microsoft.com/office/drawing/2014/main" id="{E56C1666-48D6-4762-8854-5420D468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85875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47B3"/>
                </a:solidFill>
              </a:defRPr>
            </a:pPr>
            <a:r>
              <a:rPr sz="1575" b="1">
                <a:solidFill>
                  <a:srgbClr val="0647B3"/>
                </a:solidFill>
              </a:rPr>
              <a:t>CT 影像</a:t>
            </a:r>
          </a:p>
        </p:txBody>
      </p:sp>
      <p:sp>
        <p:nvSpPr>
          <p:cNvPr id="118" name="path-title">
            <a:extLst xmlns:a="http://schemas.openxmlformats.org/drawingml/2006/main">
              <a:ext uri="{FF2B5EF4-FFF2-40B4-BE49-F238E27FC236}">
                <a16:creationId xmlns:a16="http://schemas.microsoft.com/office/drawing/2014/main" id="{3CEF7D18-E1D9-4A53-BB2B-40CBF1FA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8587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47B3"/>
                </a:solidFill>
              </a:defRPr>
            </a:pPr>
            <a:r>
              <a:rPr sz="1575" b="1">
                <a:solidFill>
                  <a:srgbClr val="0647B3"/>
                </a:solidFill>
              </a:rPr>
              <a:t>病理切片</a:t>
            </a:r>
          </a:p>
        </p:txBody>
      </p:sp>
      <p:sp>
        <p:nvSpPr>
          <p:cNvPr id="119" name="emr-title">
            <a:extLst xmlns:a="http://schemas.openxmlformats.org/drawingml/2006/main">
              <a:ext uri="{FF2B5EF4-FFF2-40B4-BE49-F238E27FC236}">
                <a16:creationId xmlns:a16="http://schemas.microsoft.com/office/drawing/2014/main" id="{557CC126-6462-423C-9534-37FFBCAB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28587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47B3"/>
                </a:solidFill>
              </a:defRPr>
            </a:pPr>
            <a:r>
              <a:rPr sz="1575" b="1">
                <a:solidFill>
                  <a:srgbClr val="0647B3"/>
                </a:solidFill>
              </a:rPr>
              <a:t>电子病历</a:t>
            </a:r>
          </a:p>
        </p:txBody>
      </p:sp>
      <p:sp>
        <p:nvSpPr>
          <p:cNvPr id="120" name="lab-title">
            <a:extLst xmlns:a="http://schemas.openxmlformats.org/drawingml/2006/main">
              <a:ext uri="{FF2B5EF4-FFF2-40B4-BE49-F238E27FC236}">
                <a16:creationId xmlns:a16="http://schemas.microsoft.com/office/drawing/2014/main" id="{11525B0F-CA10-48AB-9C47-5C81357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128587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47B3"/>
                </a:solidFill>
              </a:defRPr>
            </a:pPr>
            <a:r>
              <a:rPr sz="1575" b="1">
                <a:solidFill>
                  <a:srgbClr val="0647B3"/>
                </a:solidFill>
              </a:rPr>
              <a:t>检验指标</a:t>
            </a:r>
          </a:p>
        </p:txBody>
      </p:sp>
      <p:sp>
        <p:nvSpPr>
          <p:cNvPr id="121" name="ct-caption">
            <a:extLst xmlns:a="http://schemas.openxmlformats.org/drawingml/2006/main">
              <a:ext uri="{FF2B5EF4-FFF2-40B4-BE49-F238E27FC236}">
                <a16:creationId xmlns:a16="http://schemas.microsoft.com/office/drawing/2014/main" id="{BAD485BA-F9F3-40B3-B7D9-B691B2EB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47B3"/>
                </a:solidFill>
              </a:defRPr>
            </a:pPr>
            <a:r>
              <a:rPr sz="1125" b="1">
                <a:solidFill>
                  <a:srgbClr val="0647B3"/>
                </a:solidFill>
              </a:rPr>
              <a:t>影像数据</a:t>
            </a:r>
          </a:p>
        </p:txBody>
      </p:sp>
      <p:sp>
        <p:nvSpPr>
          <p:cNvPr id="122" name="path-caption">
            <a:extLst xmlns:a="http://schemas.openxmlformats.org/drawingml/2006/main">
              <a:ext uri="{FF2B5EF4-FFF2-40B4-BE49-F238E27FC236}">
                <a16:creationId xmlns:a16="http://schemas.microsoft.com/office/drawing/2014/main" id="{47A1015F-22D9-4C97-9013-D342A2BD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47B3"/>
                </a:solidFill>
              </a:defRPr>
            </a:pPr>
            <a:r>
              <a:rPr sz="1125" b="1">
                <a:solidFill>
                  <a:srgbClr val="0647B3"/>
                </a:solidFill>
              </a:rPr>
              <a:t>组织学信息</a:t>
            </a:r>
          </a:p>
        </p:txBody>
      </p:sp>
      <p:sp>
        <p:nvSpPr>
          <p:cNvPr id="123" name="emr-caption">
            <a:extLst xmlns:a="http://schemas.openxmlformats.org/drawingml/2006/main">
              <a:ext uri="{FF2B5EF4-FFF2-40B4-BE49-F238E27FC236}">
                <a16:creationId xmlns:a16="http://schemas.microsoft.com/office/drawing/2014/main" id="{B7929982-C2F8-4B05-B872-AF62B2AC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47B3"/>
                </a:solidFill>
              </a:defRPr>
            </a:pPr>
            <a:r>
              <a:rPr sz="1125" b="1">
                <a:solidFill>
                  <a:srgbClr val="0647B3"/>
                </a:solidFill>
              </a:rPr>
              <a:t>结构化/非结构化文本</a:t>
            </a:r>
          </a:p>
        </p:txBody>
      </p:sp>
      <p:sp>
        <p:nvSpPr>
          <p:cNvPr id="124" name="lab-caption">
            <a:extLst xmlns:a="http://schemas.openxmlformats.org/drawingml/2006/main">
              <a:ext uri="{FF2B5EF4-FFF2-40B4-BE49-F238E27FC236}">
                <a16:creationId xmlns:a16="http://schemas.microsoft.com/office/drawing/2014/main" id="{900DEF7F-F629-4990-8C9B-8386E448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28575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945C"/>
                </a:solidFill>
              </a:defRPr>
            </a:pPr>
            <a:r>
              <a:rPr sz="1125" b="1">
                <a:solidFill>
                  <a:srgbClr val="22945C"/>
                </a:solidFill>
              </a:rPr>
              <a:t>实验室指标</a:t>
            </a:r>
          </a:p>
        </p:txBody>
      </p:sp>
      <p:sp>
        <p:nvSpPr>
          <p:cNvPr id="125" name="kg-title">
            <a:extLst xmlns:a="http://schemas.openxmlformats.org/drawingml/2006/main">
              <a:ext uri="{FF2B5EF4-FFF2-40B4-BE49-F238E27FC236}">
                <a16:creationId xmlns:a16="http://schemas.microsoft.com/office/drawing/2014/main" id="{16B513F2-9C89-4B7C-A366-899B8F30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67125"/>
            <a:ext cx="800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47B3"/>
                </a:solidFill>
              </a:defRPr>
            </a:pPr>
            <a:r>
              <a:rPr sz="1350" b="1">
                <a:solidFill>
                  <a:srgbClr val="0647B3"/>
                </a:solidFill>
              </a:rPr>
              <a:t>知识图谱</a:t>
            </a:r>
          </a:p>
        </p:txBody>
      </p:sp>
      <p:sp>
        <p:nvSpPr>
          <p:cNvPr id="126" name="kg-label-disease">
            <a:extLst xmlns:a="http://schemas.openxmlformats.org/drawingml/2006/main">
              <a:ext uri="{FF2B5EF4-FFF2-40B4-BE49-F238E27FC236}">
                <a16:creationId xmlns:a16="http://schemas.microsoft.com/office/drawing/2014/main" id="{D18994DB-5793-474F-B61F-EE553A0F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1005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47B3"/>
                </a:solidFill>
              </a:defRPr>
            </a:pPr>
            <a:r>
              <a:rPr sz="825" b="1">
                <a:solidFill>
                  <a:srgbClr val="0647B3"/>
                </a:solidFill>
              </a:rPr>
              <a:t>疾病</a:t>
            </a:r>
          </a:p>
        </p:txBody>
      </p:sp>
      <p:sp>
        <p:nvSpPr>
          <p:cNvPr id="127" name="kg-label-drug">
            <a:extLst xmlns:a="http://schemas.openxmlformats.org/drawingml/2006/main">
              <a:ext uri="{FF2B5EF4-FFF2-40B4-BE49-F238E27FC236}">
                <a16:creationId xmlns:a16="http://schemas.microsoft.com/office/drawing/2014/main" id="{5320EC47-0D49-445D-A4F3-79D0327B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21005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47B3"/>
                </a:solidFill>
              </a:defRPr>
            </a:pPr>
            <a:r>
              <a:rPr sz="825" b="1">
                <a:solidFill>
                  <a:srgbClr val="0647B3"/>
                </a:solidFill>
              </a:rPr>
              <a:t>药物</a:t>
            </a:r>
          </a:p>
        </p:txBody>
      </p:sp>
      <p:sp>
        <p:nvSpPr>
          <p:cNvPr id="128" name="kg-label-check">
            <a:extLst xmlns:a="http://schemas.openxmlformats.org/drawingml/2006/main">
              <a:ext uri="{FF2B5EF4-FFF2-40B4-BE49-F238E27FC236}">
                <a16:creationId xmlns:a16="http://schemas.microsoft.com/office/drawing/2014/main" id="{A81C1F95-4E96-4F41-8C19-80FA9CC1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4335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47B3"/>
                </a:solidFill>
              </a:defRPr>
            </a:pPr>
            <a:r>
              <a:rPr sz="825" b="1">
                <a:solidFill>
                  <a:srgbClr val="0647B3"/>
                </a:solidFill>
              </a:rPr>
              <a:t>检查</a:t>
            </a:r>
          </a:p>
        </p:txBody>
      </p:sp>
      <p:sp>
        <p:nvSpPr>
          <p:cNvPr id="129" name="kg-label-symptom">
            <a:extLst xmlns:a="http://schemas.openxmlformats.org/drawingml/2006/main">
              <a:ext uri="{FF2B5EF4-FFF2-40B4-BE49-F238E27FC236}">
                <a16:creationId xmlns:a16="http://schemas.microsoft.com/office/drawing/2014/main" id="{E3009E94-A7E5-45DD-ADED-2048F88E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624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47B3"/>
                </a:solidFill>
              </a:defRPr>
            </a:pPr>
            <a:r>
              <a:rPr sz="825" b="1">
                <a:solidFill>
                  <a:srgbClr val="0647B3"/>
                </a:solidFill>
              </a:rPr>
              <a:t>症状</a:t>
            </a:r>
          </a:p>
        </p:txBody>
      </p:sp>
      <p:sp>
        <p:nvSpPr>
          <p:cNvPr id="130" name="kg-label-treatment">
            <a:extLst xmlns:a="http://schemas.openxmlformats.org/drawingml/2006/main">
              <a:ext uri="{FF2B5EF4-FFF2-40B4-BE49-F238E27FC236}">
                <a16:creationId xmlns:a16="http://schemas.microsoft.com/office/drawing/2014/main" id="{B761BFA2-4C96-4FBE-89F1-199F017E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007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47B3"/>
                </a:solidFill>
              </a:defRPr>
            </a:pPr>
            <a:r>
              <a:rPr sz="825" b="1">
                <a:solidFill>
                  <a:srgbClr val="0647B3"/>
                </a:solidFill>
              </a:rPr>
              <a:t>治疗</a:t>
            </a:r>
          </a:p>
        </p:txBody>
      </p:sp>
      <p:sp>
        <p:nvSpPr>
          <p:cNvPr id="131" name="kg-label-lab">
            <a:extLst xmlns:a="http://schemas.openxmlformats.org/drawingml/2006/main">
              <a:ext uri="{FF2B5EF4-FFF2-40B4-BE49-F238E27FC236}">
                <a16:creationId xmlns:a16="http://schemas.microsoft.com/office/drawing/2014/main" id="{BB8E6E07-A1A8-4DE7-865C-E2F0AE8E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219700"/>
            <a:ext cx="476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47B3"/>
                </a:solidFill>
              </a:defRPr>
            </a:pPr>
            <a:r>
              <a:rPr sz="825" b="1">
                <a:solidFill>
                  <a:srgbClr val="0647B3"/>
                </a:solidFill>
              </a:rPr>
              <a:t>实验室</a:t>
            </a:r>
          </a:p>
        </p:txBody>
      </p:sp>
      <p:sp>
        <p:nvSpPr>
          <p:cNvPr id="132" name="encoder-title">
            <a:extLst xmlns:a="http://schemas.openxmlformats.org/drawingml/2006/main">
              <a:ext uri="{FF2B5EF4-FFF2-40B4-BE49-F238E27FC236}">
                <a16:creationId xmlns:a16="http://schemas.microsoft.com/office/drawing/2014/main" id="{0CB9155A-BA7B-40D9-B1CB-34FBE8B1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38550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7B3"/>
                </a:solidFill>
              </a:defRPr>
            </a:pPr>
            <a:r>
              <a:rPr sz="1650" b="1">
                <a:solidFill>
                  <a:srgbClr val="0647B3"/>
                </a:solidFill>
              </a:rPr>
              <a:t>多模态编码器</a:t>
            </a:r>
          </a:p>
        </p:txBody>
      </p:sp>
      <p:sp>
        <p:nvSpPr>
          <p:cNvPr id="133" name="encoder-feature-labels">
            <a:extLst xmlns:a="http://schemas.openxmlformats.org/drawingml/2006/main">
              <a:ext uri="{FF2B5EF4-FFF2-40B4-BE49-F238E27FC236}">
                <a16:creationId xmlns:a16="http://schemas.microsoft.com/office/drawing/2014/main" id="{166B8EB4-738F-4C1E-BD20-F054BFF4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810250"/>
            <a:ext cx="2628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47B3"/>
                </a:solidFill>
              </a:defRPr>
            </a:pPr>
            <a:r>
              <a:rPr sz="900" b="1">
                <a:solidFill>
                  <a:srgbClr val="0647B3"/>
                </a:solidFill>
              </a:rPr>
              <a:t>影像特征          病理特征          文本特征          检验特征</a:t>
            </a:r>
          </a:p>
        </p:txBody>
      </p:sp>
      <p:sp>
        <p:nvSpPr>
          <p:cNvPr id="134" name="encoder-more">
            <a:extLst xmlns:a="http://schemas.openxmlformats.org/drawingml/2006/main">
              <a:ext uri="{FF2B5EF4-FFF2-40B4-BE49-F238E27FC236}">
                <a16:creationId xmlns:a16="http://schemas.microsoft.com/office/drawing/2014/main" id="{3BC27A1F-07BB-4545-9DBD-D4FB42A4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505450"/>
            <a:ext cx="266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47B3"/>
                </a:solidFill>
              </a:defRPr>
            </a:pPr>
            <a:r>
              <a:rPr sz="1350" b="1">
                <a:solidFill>
                  <a:srgbClr val="0647B3"/>
                </a:solidFill>
              </a:rPr>
              <a:t>...</a:t>
            </a:r>
          </a:p>
        </p:txBody>
      </p:sp>
      <p:sp>
        <p:nvSpPr>
          <p:cNvPr id="135" name="risk-title">
            <a:extLst xmlns:a="http://schemas.openxmlformats.org/drawingml/2006/main">
              <a:ext uri="{FF2B5EF4-FFF2-40B4-BE49-F238E27FC236}">
                <a16:creationId xmlns:a16="http://schemas.microsoft.com/office/drawing/2014/main" id="{34EEBD76-2CDE-48A2-913F-3BB3602F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38550"/>
            <a:ext cx="95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47B3"/>
                </a:solidFill>
              </a:defRPr>
            </a:pPr>
            <a:r>
              <a:rPr sz="1425" b="1">
                <a:solidFill>
                  <a:srgbClr val="0647B3"/>
                </a:solidFill>
              </a:rPr>
              <a:t>风险预测</a:t>
            </a:r>
          </a:p>
        </p:txBody>
      </p:sp>
      <p:sp>
        <p:nvSpPr>
          <p:cNvPr id="136" name="risk-score">
            <a:extLst xmlns:a="http://schemas.openxmlformats.org/drawingml/2006/main">
              <a:ext uri="{FF2B5EF4-FFF2-40B4-BE49-F238E27FC236}">
                <a16:creationId xmlns:a16="http://schemas.microsoft.com/office/drawing/2014/main" id="{92200D39-829F-4894-96E7-297192CA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648200"/>
            <a:ext cx="85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66D"/>
                </a:solidFill>
              </a:defRPr>
            </a:pPr>
            <a:r>
              <a:rPr sz="1350" b="1">
                <a:solidFill>
                  <a:srgbClr val="06166D"/>
                </a:solidFill>
              </a:rPr>
              <a:t>中高风险</a:t>
            </a:r>
          </a:p>
          <a:p xmlns:a="http://schemas.openxmlformats.org/drawingml/2006/main">
            <a:pPr algn="ctr">
              <a:defRPr sz="1350" b="1">
                <a:solidFill>
                  <a:srgbClr val="06166D"/>
                </a:solidFill>
              </a:defRPr>
            </a:pPr>
            <a:r>
              <a:rPr sz="1350" b="1">
                <a:solidFill>
                  <a:srgbClr val="06166D"/>
                </a:solidFill>
              </a:rPr>
              <a:t>0.72</a:t>
            </a:r>
          </a:p>
        </p:txBody>
      </p:sp>
      <p:sp>
        <p:nvSpPr>
          <p:cNvPr id="137" name="risk-levels">
            <a:extLst xmlns:a="http://schemas.openxmlformats.org/drawingml/2006/main">
              <a:ext uri="{FF2B5EF4-FFF2-40B4-BE49-F238E27FC236}">
                <a16:creationId xmlns:a16="http://schemas.microsoft.com/office/drawing/2014/main" id="{E7A32D5F-FC4B-41D0-A257-894C0604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933825"/>
            <a:ext cx="13811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35F"/>
                </a:solidFill>
              </a:defRPr>
            </a:pPr>
            <a:r>
              <a:rPr sz="975" b="1">
                <a:solidFill>
                  <a:srgbClr val="11835F"/>
                </a:solidFill>
              </a:rPr>
              <a:t>风险分层</a:t>
            </a:r>
          </a:p>
          <a:p xmlns:a="http://schemas.openxmlformats.org/drawingml/2006/main">
            <a:pPr algn="l">
              <a:defRPr sz="975" b="1">
                <a:solidFill>
                  <a:srgbClr val="11835F"/>
                </a:solidFill>
              </a:defRPr>
            </a:pPr>
            <a:r>
              <a:rPr sz="975" b="1">
                <a:solidFill>
                  <a:srgbClr val="11835F"/>
                </a:solidFill>
              </a:rPr>
              <a:t>低风险     &lt; 0.30</a:t>
            </a:r>
          </a:p>
          <a:p xmlns:a="http://schemas.openxmlformats.org/drawingml/2006/main">
            <a:pPr algn="l">
              <a:defRPr sz="975" b="1">
                <a:solidFill>
                  <a:srgbClr val="11835F"/>
                </a:solidFill>
              </a:defRPr>
            </a:pPr>
            <a:r>
              <a:rPr sz="975" b="1">
                <a:solidFill>
                  <a:srgbClr val="11835F"/>
                </a:solidFill>
              </a:rPr>
              <a:t>中风险     0.30-0.60</a:t>
            </a:r>
          </a:p>
          <a:p xmlns:a="http://schemas.openxmlformats.org/drawingml/2006/main">
            <a:pPr algn="l">
              <a:defRPr sz="975" b="1">
                <a:solidFill>
                  <a:srgbClr val="11835F"/>
                </a:solidFill>
              </a:defRPr>
            </a:pPr>
            <a:r>
              <a:rPr sz="975" b="1">
                <a:solidFill>
                  <a:srgbClr val="11835F"/>
                </a:solidFill>
              </a:rPr>
              <a:t>高风险     &gt; 0.60</a:t>
            </a:r>
          </a:p>
        </p:txBody>
      </p:sp>
      <p:sp>
        <p:nvSpPr>
          <p:cNvPr id="138" name="roc-title">
            <a:extLst xmlns:a="http://schemas.openxmlformats.org/drawingml/2006/main">
              <a:ext uri="{FF2B5EF4-FFF2-40B4-BE49-F238E27FC236}">
                <a16:creationId xmlns:a16="http://schemas.microsoft.com/office/drawing/2014/main" id="{6F8AA016-C192-452C-B982-E1CAB862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048250"/>
            <a:ext cx="1000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47B3"/>
                </a:solidFill>
              </a:defRPr>
            </a:pPr>
            <a:r>
              <a:rPr sz="900" b="1">
                <a:solidFill>
                  <a:srgbClr val="0647B3"/>
                </a:solidFill>
              </a:rPr>
              <a:t>ROC 曲线（示例）</a:t>
            </a:r>
          </a:p>
        </p:txBody>
      </p:sp>
      <p:sp>
        <p:nvSpPr>
          <p:cNvPr id="139" name="risk-alarm-title">
            <a:extLst xmlns:a="http://schemas.openxmlformats.org/drawingml/2006/main">
              <a:ext uri="{FF2B5EF4-FFF2-40B4-BE49-F238E27FC236}">
                <a16:creationId xmlns:a16="http://schemas.microsoft.com/office/drawing/2014/main" id="{9A431CEA-3D29-4B5C-8088-921C2A53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0292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835F"/>
                </a:solidFill>
              </a:defRPr>
            </a:pPr>
            <a:r>
              <a:rPr sz="900" b="1">
                <a:solidFill>
                  <a:srgbClr val="11835F"/>
                </a:solidFill>
              </a:rPr>
              <a:t>风险报警条</a:t>
            </a:r>
          </a:p>
        </p:txBody>
      </p:sp>
      <p:sp>
        <p:nvSpPr>
          <p:cNvPr id="140" name="risk-alarm-score">
            <a:extLst xmlns:a="http://schemas.openxmlformats.org/drawingml/2006/main">
              <a:ext uri="{FF2B5EF4-FFF2-40B4-BE49-F238E27FC236}">
                <a16:creationId xmlns:a16="http://schemas.microsoft.com/office/drawing/2014/main" id="{560DEA62-FB30-4DB9-9337-E12DE6C0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219700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31B1B"/>
                </a:solidFill>
              </a:defRPr>
            </a:pPr>
            <a:r>
              <a:rPr sz="1200" b="1">
                <a:solidFill>
                  <a:srgbClr val="E31B1B"/>
                </a:solidFill>
              </a:rPr>
              <a:t>0.72</a:t>
            </a:r>
          </a:p>
        </p:txBody>
      </p:sp>
      <p:sp>
        <p:nvSpPr>
          <p:cNvPr id="141" name="explain-title">
            <a:extLst xmlns:a="http://schemas.openxmlformats.org/drawingml/2006/main">
              <a:ext uri="{FF2B5EF4-FFF2-40B4-BE49-F238E27FC236}">
                <a16:creationId xmlns:a16="http://schemas.microsoft.com/office/drawing/2014/main" id="{11445E39-CDD2-470D-A184-E6A81571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6385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47B3"/>
                </a:solidFill>
              </a:defRPr>
            </a:pPr>
            <a:r>
              <a:rPr sz="1350" b="1">
                <a:solidFill>
                  <a:srgbClr val="0647B3"/>
                </a:solidFill>
              </a:rPr>
              <a:t>可解释性模块</a:t>
            </a:r>
          </a:p>
        </p:txBody>
      </p:sp>
      <p:sp>
        <p:nvSpPr>
          <p:cNvPr id="142" name="explain-heat-caption">
            <a:extLst xmlns:a="http://schemas.openxmlformats.org/drawingml/2006/main">
              <a:ext uri="{FF2B5EF4-FFF2-40B4-BE49-F238E27FC236}">
                <a16:creationId xmlns:a16="http://schemas.microsoft.com/office/drawing/2014/main" id="{20D5114E-8AE5-41E7-B8A2-B3E78D3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3781425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47B3"/>
                </a:solidFill>
              </a:defRPr>
            </a:pPr>
            <a:r>
              <a:rPr sz="825" b="1">
                <a:solidFill>
                  <a:srgbClr val="0647B3"/>
                </a:solidFill>
              </a:rPr>
              <a:t>注意力热力图（示例）</a:t>
            </a:r>
          </a:p>
        </p:txBody>
      </p:sp>
      <p:sp>
        <p:nvSpPr>
          <p:cNvPr id="143" name="explain-bars-caption">
            <a:extLst xmlns:a="http://schemas.openxmlformats.org/drawingml/2006/main">
              <a:ext uri="{FF2B5EF4-FFF2-40B4-BE49-F238E27FC236}">
                <a16:creationId xmlns:a16="http://schemas.microsoft.com/office/drawing/2014/main" id="{F527E5B2-095F-4A76-929B-6CB44362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491490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47B3"/>
                </a:solidFill>
              </a:defRPr>
            </a:pPr>
            <a:r>
              <a:rPr sz="825" b="1">
                <a:solidFill>
                  <a:srgbClr val="0647B3"/>
                </a:solidFill>
              </a:rPr>
              <a:t>特征贡献度（示例）</a:t>
            </a:r>
          </a:p>
        </p:txBody>
      </p:sp>
      <p:sp>
        <p:nvSpPr>
          <p:cNvPr id="144" name="explain-bar-labels">
            <a:extLst xmlns:a="http://schemas.openxmlformats.org/drawingml/2006/main">
              <a:ext uri="{FF2B5EF4-FFF2-40B4-BE49-F238E27FC236}">
                <a16:creationId xmlns:a16="http://schemas.microsoft.com/office/drawing/2014/main" id="{EC1FF6AE-D1ED-437F-BBA4-35F07A2A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181600"/>
            <a:ext cx="552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7B3"/>
                </a:solidFill>
              </a:defRPr>
            </a:pPr>
            <a:r>
              <a:rPr sz="750" b="1">
                <a:solidFill>
                  <a:srgbClr val="0647B3"/>
                </a:solidFill>
              </a:rPr>
              <a:t>病理特征</a:t>
            </a:r>
          </a:p>
          <a:p xmlns:a="http://schemas.openxmlformats.org/drawingml/2006/main">
            <a:pPr algn="l">
              <a:defRPr sz="750" b="1">
                <a:solidFill>
                  <a:srgbClr val="0647B3"/>
                </a:solidFill>
              </a:defRPr>
            </a:pPr>
            <a:r>
              <a:rPr sz="750" b="1">
                <a:solidFill>
                  <a:srgbClr val="0647B3"/>
                </a:solidFill>
              </a:rPr>
              <a:t>影像特征</a:t>
            </a:r>
          </a:p>
          <a:p xmlns:a="http://schemas.openxmlformats.org/drawingml/2006/main">
            <a:pPr algn="l">
              <a:defRPr sz="750" b="1">
                <a:solidFill>
                  <a:srgbClr val="0647B3"/>
                </a:solidFill>
              </a:defRPr>
            </a:pPr>
            <a:r>
              <a:rPr sz="750" b="1">
                <a:solidFill>
                  <a:srgbClr val="0647B3"/>
                </a:solidFill>
              </a:rPr>
              <a:t>检验特征</a:t>
            </a:r>
          </a:p>
          <a:p xmlns:a="http://schemas.openxmlformats.org/drawingml/2006/main">
            <a:pPr algn="l">
              <a:defRPr sz="750" b="1">
                <a:solidFill>
                  <a:srgbClr val="0647B3"/>
                </a:solidFill>
              </a:defRPr>
            </a:pPr>
            <a:r>
              <a:rPr sz="750" b="1">
                <a:solidFill>
                  <a:srgbClr val="0647B3"/>
                </a:solidFill>
              </a:rPr>
              <a:t>文本特征</a:t>
            </a:r>
          </a:p>
          <a:p xmlns:a="http://schemas.openxmlformats.org/drawingml/2006/main">
            <a:pPr algn="l">
              <a:defRPr sz="750" b="1">
                <a:solidFill>
                  <a:srgbClr val="0647B3"/>
                </a:solidFill>
              </a:defRPr>
            </a:pPr>
            <a:r>
              <a:rPr sz="750" b="1">
                <a:solidFill>
                  <a:srgbClr val="0647B3"/>
                </a:solidFill>
              </a:rPr>
              <a:t>其他</a:t>
            </a:r>
          </a:p>
        </p:txBody>
      </p:sp>
      <p:sp>
        <p:nvSpPr>
          <p:cNvPr id="145" name="diagnosis-title">
            <a:extLst xmlns:a="http://schemas.openxmlformats.org/drawingml/2006/main">
              <a:ext uri="{FF2B5EF4-FFF2-40B4-BE49-F238E27FC236}">
                <a16:creationId xmlns:a16="http://schemas.microsoft.com/office/drawing/2014/main" id="{705523BF-209D-4F95-AF60-F5551F0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5722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B65"/>
                </a:solidFill>
              </a:defRPr>
            </a:pPr>
            <a:r>
              <a:rPr sz="1500" b="1">
                <a:solidFill>
                  <a:srgbClr val="007B65"/>
                </a:solidFill>
              </a:rPr>
              <a:t>诊断建议</a:t>
            </a:r>
          </a:p>
        </p:txBody>
      </p:sp>
      <p:sp>
        <p:nvSpPr>
          <p:cNvPr id="146" name="diagnosis-body">
            <a:extLst xmlns:a="http://schemas.openxmlformats.org/drawingml/2006/main">
              <a:ext uri="{FF2B5EF4-FFF2-40B4-BE49-F238E27FC236}">
                <a16:creationId xmlns:a16="http://schemas.microsoft.com/office/drawing/2014/main" id="{4F6888E2-2D1C-4B95-8062-4E83F1C5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7000875"/>
            <a:ext cx="14668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5A69"/>
                </a:solidFill>
              </a:defRPr>
            </a:pPr>
            <a:r>
              <a:rPr sz="713" b="1">
                <a:solidFill>
                  <a:srgbClr val="005A69"/>
                </a:solidFill>
              </a:rPr>
              <a:t>综合分析结论（示例）</a:t>
            </a:r>
          </a:p>
          <a:p xmlns:a="http://schemas.openxmlformats.org/drawingml/2006/main">
            <a:pPr algn="l">
              <a:defRPr sz="713" b="1">
                <a:solidFill>
                  <a:srgbClr val="005A69"/>
                </a:solidFill>
              </a:defRPr>
            </a:pPr>
            <a:r>
              <a:rPr sz="713" b="1">
                <a:solidFill>
                  <a:srgbClr val="005A69"/>
                </a:solidFill>
              </a:rPr>
              <a:t>✓ 倾向：肺腺癌</a:t>
            </a:r>
          </a:p>
          <a:p xmlns:a="http://schemas.openxmlformats.org/drawingml/2006/main">
            <a:pPr algn="l">
              <a:defRPr sz="713" b="1">
                <a:solidFill>
                  <a:srgbClr val="005A69"/>
                </a:solidFill>
              </a:defRPr>
            </a:pPr>
            <a:r>
              <a:rPr sz="713" b="1">
                <a:solidFill>
                  <a:srgbClr val="005A69"/>
                </a:solidFill>
              </a:rPr>
              <a:t>✓ 分期：T2aN1M0 IIA期</a:t>
            </a:r>
          </a:p>
          <a:p xmlns:a="http://schemas.openxmlformats.org/drawingml/2006/main">
            <a:pPr algn="l">
              <a:defRPr sz="713" b="1">
                <a:solidFill>
                  <a:srgbClr val="005A69"/>
                </a:solidFill>
              </a:defRPr>
            </a:pPr>
            <a:r>
              <a:rPr sz="713" b="1">
                <a:solidFill>
                  <a:srgbClr val="005A69"/>
                </a:solidFill>
              </a:rPr>
              <a:t>✓ 基因检测：EGFR/ALK</a:t>
            </a:r>
          </a:p>
        </p:txBody>
      </p:sp>
      <p:sp>
        <p:nvSpPr>
          <p:cNvPr id="147" name="followup-title">
            <a:extLst xmlns:a="http://schemas.openxmlformats.org/drawingml/2006/main">
              <a:ext uri="{FF2B5EF4-FFF2-40B4-BE49-F238E27FC236}">
                <a16:creationId xmlns:a16="http://schemas.microsoft.com/office/drawing/2014/main" id="{3D4482BA-ED10-41FC-BF27-3526354D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5722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B65"/>
                </a:solidFill>
              </a:defRPr>
            </a:pPr>
            <a:r>
              <a:rPr sz="1500" b="1">
                <a:solidFill>
                  <a:srgbClr val="007B65"/>
                </a:solidFill>
              </a:rPr>
              <a:t>随访计划</a:t>
            </a:r>
          </a:p>
        </p:txBody>
      </p:sp>
      <p:sp>
        <p:nvSpPr>
          <p:cNvPr id="148" name="followup-timeline">
            <a:extLst xmlns:a="http://schemas.openxmlformats.org/drawingml/2006/main">
              <a:ext uri="{FF2B5EF4-FFF2-40B4-BE49-F238E27FC236}">
                <a16:creationId xmlns:a16="http://schemas.microsoft.com/office/drawing/2014/main" id="{2F79C734-B6D3-4E8A-A4E8-89BAC005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934200"/>
            <a:ext cx="26670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A69"/>
                </a:solidFill>
              </a:defRPr>
            </a:pPr>
            <a:r>
              <a:rPr sz="900" b="1">
                <a:solidFill>
                  <a:srgbClr val="005A69"/>
                </a:solidFill>
              </a:rPr>
              <a:t>基线</a:t>
            </a:r>
          </a:p>
          <a:p xmlns:a="http://schemas.openxmlformats.org/drawingml/2006/main">
            <a:pPr algn="l">
              <a:defRPr sz="900" b="1">
                <a:solidFill>
                  <a:srgbClr val="005A69"/>
                </a:solidFill>
              </a:defRPr>
            </a:pPr>
            <a:r>
              <a:rPr sz="900" b="1">
                <a:solidFill>
                  <a:srgbClr val="005A69"/>
                </a:solidFill>
              </a:rPr>
              <a:t>(当前)        1个月        3个月        6个月        12个月</a:t>
            </a:r>
          </a:p>
        </p:txBody>
      </p:sp>
      <p:sp>
        <p:nvSpPr>
          <p:cNvPr id="149" name="followup-items">
            <a:extLst xmlns:a="http://schemas.openxmlformats.org/drawingml/2006/main">
              <a:ext uri="{FF2B5EF4-FFF2-40B4-BE49-F238E27FC236}">
                <a16:creationId xmlns:a16="http://schemas.microsoft.com/office/drawing/2014/main" id="{A95EDBFC-E33F-44C9-8985-29630118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7667625"/>
            <a:ext cx="27146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A69"/>
                </a:solidFill>
              </a:defRPr>
            </a:pPr>
            <a:r>
              <a:rPr sz="750" b="1">
                <a:solidFill>
                  <a:srgbClr val="005A69"/>
                </a:solidFill>
              </a:rPr>
              <a:t>随访内容</a:t>
            </a:r>
          </a:p>
          <a:p xmlns:a="http://schemas.openxmlformats.org/drawingml/2006/main">
            <a:pPr algn="l">
              <a:defRPr sz="750" b="1">
                <a:solidFill>
                  <a:srgbClr val="005A69"/>
                </a:solidFill>
              </a:defRPr>
            </a:pPr>
            <a:r>
              <a:rPr sz="750" b="1">
                <a:solidFill>
                  <a:srgbClr val="005A69"/>
                </a:solidFill>
              </a:rPr>
              <a:t>影像复查        实验室检查        症状评估        治疗评估</a:t>
            </a:r>
          </a:p>
          <a:p xmlns:a="http://schemas.openxmlformats.org/drawingml/2006/main">
            <a:pPr algn="l">
              <a:defRPr sz="750" b="1">
                <a:solidFill>
                  <a:srgbClr val="005A69"/>
                </a:solidFill>
              </a:defRPr>
            </a:pPr>
            <a:r>
              <a:rPr sz="750" b="1">
                <a:solidFill>
                  <a:srgbClr val="005A69"/>
                </a:solidFill>
              </a:rPr>
              <a:t>(胸部CT)        (肿瘤标志物)      (问卷)          (疗效)</a:t>
            </a:r>
          </a:p>
        </p:txBody>
      </p:sp>
      <p:sp>
        <p:nvSpPr>
          <p:cNvPr id="150" name="workstation-title">
            <a:extLst xmlns:a="http://schemas.openxmlformats.org/drawingml/2006/main">
              <a:ext uri="{FF2B5EF4-FFF2-40B4-BE49-F238E27FC236}">
                <a16:creationId xmlns:a16="http://schemas.microsoft.com/office/drawing/2014/main" id="{4A86C6BD-4A88-460A-860C-DCBF034B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572250"/>
            <a:ext cx="1190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B65"/>
                </a:solidFill>
              </a:defRPr>
            </a:pPr>
            <a:r>
              <a:rPr sz="1500" b="1">
                <a:solidFill>
                  <a:srgbClr val="007B65"/>
                </a:solidFill>
              </a:rPr>
              <a:t>医生工作站</a:t>
            </a:r>
          </a:p>
        </p:txBody>
      </p:sp>
      <p:sp>
        <p:nvSpPr>
          <p:cNvPr id="151" name="quality-title">
            <a:extLst xmlns:a="http://schemas.openxmlformats.org/drawingml/2006/main">
              <a:ext uri="{FF2B5EF4-FFF2-40B4-BE49-F238E27FC236}">
                <a16:creationId xmlns:a16="http://schemas.microsoft.com/office/drawing/2014/main" id="{997FD791-8790-45C6-B04E-9D5AE235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5722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B65"/>
                </a:solidFill>
              </a:defRPr>
            </a:pPr>
            <a:r>
              <a:rPr sz="1500" b="1">
                <a:solidFill>
                  <a:srgbClr val="007B65"/>
                </a:solidFill>
              </a:rPr>
              <a:t>质量评估</a:t>
            </a:r>
          </a:p>
        </p:txBody>
      </p:sp>
      <p:sp>
        <p:nvSpPr>
          <p:cNvPr id="152" name="quality-labels">
            <a:extLst xmlns:a="http://schemas.openxmlformats.org/drawingml/2006/main">
              <a:ext uri="{FF2B5EF4-FFF2-40B4-BE49-F238E27FC236}">
                <a16:creationId xmlns:a16="http://schemas.microsoft.com/office/drawing/2014/main" id="{9CAAFA41-A71F-413D-ABA8-49D64713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896100"/>
            <a:ext cx="123825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5A69"/>
                </a:solidFill>
              </a:defRPr>
            </a:pPr>
            <a:r>
              <a:rPr sz="825" b="1">
                <a:solidFill>
                  <a:srgbClr val="005A69"/>
                </a:solidFill>
              </a:rPr>
              <a:t>模型性能（示例）</a:t>
            </a:r>
          </a:p>
          <a:p xmlns:a="http://schemas.openxmlformats.org/drawingml/2006/main">
            <a:pPr algn="ctr">
              <a:defRPr sz="825" b="1">
                <a:solidFill>
                  <a:srgbClr val="005A69"/>
                </a:solidFill>
              </a:defRPr>
            </a:pPr>
            <a:r>
              <a:rPr sz="825" b="1">
                <a:solidFill>
                  <a:srgbClr val="005A69"/>
                </a:solidFill>
              </a:rPr>
              <a:t>准确率</a:t>
            </a:r>
          </a:p>
          <a:p xmlns:a="http://schemas.openxmlformats.org/drawingml/2006/main">
            <a:pPr algn="ctr">
              <a:defRPr sz="825" b="1">
                <a:solidFill>
                  <a:srgbClr val="005A69"/>
                </a:solidFill>
              </a:defRPr>
            </a:pPr>
            <a:r>
              <a:rPr sz="825" b="1">
                <a:solidFill>
                  <a:srgbClr val="005A69"/>
                </a:solidFill>
              </a:rPr>
              <a:t>0.88</a:t>
            </a:r>
          </a:p>
          <a:p xmlns:a="http://schemas.openxmlformats.org/drawingml/2006/main">
            <a:pPr algn="ctr">
              <a:defRPr sz="825" b="1">
                <a:solidFill>
                  <a:srgbClr val="005A69"/>
                </a:solidFill>
              </a:defRPr>
            </a:pPr>
            <a:r>
              <a:rPr sz="825" b="1">
                <a:solidFill>
                  <a:srgbClr val="005A69"/>
                </a:solidFill>
              </a:rPr>
              <a:t>F1 值</a:t>
            </a:r>
          </a:p>
          <a:p xmlns:a="http://schemas.openxmlformats.org/drawingml/2006/main">
            <a:pPr algn="ctr">
              <a:defRPr sz="825" b="1">
                <a:solidFill>
                  <a:srgbClr val="005A69"/>
                </a:solidFill>
              </a:defRPr>
            </a:pPr>
            <a:r>
              <a:rPr sz="825" b="1">
                <a:solidFill>
                  <a:srgbClr val="005A69"/>
                </a:solidFill>
              </a:rPr>
              <a:t>0.87</a:t>
            </a:r>
          </a:p>
          <a:p xmlns:a="http://schemas.openxmlformats.org/drawingml/2006/main">
            <a:pPr algn="ctr">
              <a:defRPr sz="825" b="1">
                <a:solidFill>
                  <a:srgbClr val="005A69"/>
                </a:solidFill>
              </a:defRPr>
            </a:pPr>
            <a:r>
              <a:rPr sz="825" b="1">
                <a:solidFill>
                  <a:srgbClr val="005A69"/>
                </a:solidFill>
              </a:rPr>
              <a:t>精确率</a:t>
            </a:r>
          </a:p>
          <a:p xmlns:a="http://schemas.openxmlformats.org/drawingml/2006/main">
            <a:pPr algn="ctr">
              <a:defRPr sz="825" b="1">
                <a:solidFill>
                  <a:srgbClr val="005A69"/>
                </a:solidFill>
              </a:defRPr>
            </a:pPr>
            <a:r>
              <a:rPr sz="825" b="1">
                <a:solidFill>
                  <a:srgbClr val="005A69"/>
                </a:solidFill>
              </a:rPr>
              <a:t>0.87</a:t>
            </a:r>
          </a:p>
          <a:p xmlns:a="http://schemas.openxmlformats.org/drawingml/2006/main">
            <a:pPr algn="ctr">
              <a:defRPr sz="825" b="1">
                <a:solidFill>
                  <a:srgbClr val="005A69"/>
                </a:solidFill>
              </a:defRPr>
            </a:pPr>
            <a:r>
              <a:rPr sz="825" b="1">
                <a:solidFill>
                  <a:srgbClr val="005A69"/>
                </a:solidFill>
              </a:rPr>
              <a:t>召回率</a:t>
            </a:r>
          </a:p>
          <a:p xmlns:a="http://schemas.openxmlformats.org/drawingml/2006/main">
            <a:pPr algn="ctr">
              <a:defRPr sz="825" b="1">
                <a:solidFill>
                  <a:srgbClr val="005A69"/>
                </a:solidFill>
              </a:defRPr>
            </a:pPr>
            <a:r>
              <a:rPr sz="825" b="1">
                <a:solidFill>
                  <a:srgbClr val="005A69"/>
                </a:solidFill>
              </a:rPr>
              <a:t>0.85</a:t>
            </a:r>
          </a:p>
          <a:p xmlns:a="http://schemas.openxmlformats.org/drawingml/2006/main">
            <a:pPr algn="ctr">
              <a:defRPr sz="825" b="1">
                <a:solidFill>
                  <a:srgbClr val="005A69"/>
                </a:solidFill>
              </a:defRPr>
            </a:pPr>
            <a:r>
              <a:rPr sz="825" b="1">
                <a:solidFill>
                  <a:srgbClr val="005A69"/>
                </a:solidFill>
              </a:rPr>
              <a:t>特异度</a:t>
            </a:r>
          </a:p>
          <a:p xmlns:a="http://schemas.openxmlformats.org/drawingml/2006/main">
            <a:pPr algn="ctr">
              <a:defRPr sz="825" b="1">
                <a:solidFill>
                  <a:srgbClr val="005A69"/>
                </a:solidFill>
              </a:defRPr>
            </a:pPr>
            <a:r>
              <a:rPr sz="825" b="1">
                <a:solidFill>
                  <a:srgbClr val="005A69"/>
                </a:solidFill>
              </a:rPr>
              <a:t>0.89</a:t>
            </a:r>
          </a:p>
        </p:txBody>
      </p:sp>
      <p:sp>
        <p:nvSpPr>
          <p:cNvPr id="153" name="quality-line-label">
            <a:extLst xmlns:a="http://schemas.openxmlformats.org/drawingml/2006/main">
              <a:ext uri="{FF2B5EF4-FFF2-40B4-BE49-F238E27FC236}">
                <a16:creationId xmlns:a16="http://schemas.microsoft.com/office/drawing/2014/main" id="{10A0941B-88D2-45E1-A752-41FB3BE9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689610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B65"/>
                </a:solidFill>
              </a:defRPr>
            </a:pPr>
            <a:r>
              <a:rPr sz="825" b="1">
                <a:solidFill>
                  <a:srgbClr val="007B65"/>
                </a:solidFill>
              </a:rPr>
              <a:t>校准曲线（示例）</a:t>
            </a:r>
          </a:p>
        </p:txBody>
      </p:sp>
      <p:sp>
        <p:nvSpPr>
          <p:cNvPr id="154" name="footer">
            <a:extLst xmlns:a="http://schemas.openxmlformats.org/drawingml/2006/main">
              <a:ext uri="{FF2B5EF4-FFF2-40B4-BE49-F238E27FC236}">
                <a16:creationId xmlns:a16="http://schemas.microsoft.com/office/drawing/2014/main" id="{2B385F76-AA26-4F3C-9AEF-654D8159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696325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47B3"/>
                </a:solidFill>
              </a:defRPr>
            </a:pPr>
            <a:r>
              <a:rPr sz="1200" b="0">
                <a:solidFill>
                  <a:srgbClr val="0647B3"/>
                </a:solidFill>
              </a:rPr>
              <a:t>示意图（Synthetic Example）</a:t>
            </a:r>
          </a:p>
        </p:txBody>
      </p:sp>
      <p:sp>
        <p:nvSpPr>
          <p:cNvPr id="155" name="arrow-ct-down">
            <a:extLst xmlns:a="http://schemas.openxmlformats.org/drawingml/2006/main">
              <a:ext uri="{FF2B5EF4-FFF2-40B4-BE49-F238E27FC236}">
                <a16:creationId xmlns:a16="http://schemas.microsoft.com/office/drawing/2014/main" id="{298B1C54-57B3-4EFD-AABB-989C4840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86100"/>
            <a:ext cx="257175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C98EA"/>
          </a:solidFill>
          <a:ln xmlns:a="http://schemas.openxmlformats.org/drawingml/2006/main" w="0">
            <a:solidFill>
              <a:srgbClr val="2C98EA"/>
            </a:solidFill>
          </a:ln>
        </p:spPr>
      </p:sp>
      <p:sp>
        <p:nvSpPr>
          <p:cNvPr id="156" name="arrow-path-down">
            <a:extLst xmlns:a="http://schemas.openxmlformats.org/drawingml/2006/main">
              <a:ext uri="{FF2B5EF4-FFF2-40B4-BE49-F238E27FC236}">
                <a16:creationId xmlns:a16="http://schemas.microsoft.com/office/drawing/2014/main" id="{424AA105-8705-44E3-A83B-971D0105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86100"/>
            <a:ext cx="257175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C98EA"/>
          </a:solidFill>
          <a:ln xmlns:a="http://schemas.openxmlformats.org/drawingml/2006/main" w="0">
            <a:solidFill>
              <a:srgbClr val="2C98EA"/>
            </a:solidFill>
          </a:ln>
        </p:spPr>
      </p:sp>
      <p:sp>
        <p:nvSpPr>
          <p:cNvPr id="157" name="arrow-emr-down">
            <a:extLst xmlns:a="http://schemas.openxmlformats.org/drawingml/2006/main">
              <a:ext uri="{FF2B5EF4-FFF2-40B4-BE49-F238E27FC236}">
                <a16:creationId xmlns:a16="http://schemas.microsoft.com/office/drawing/2014/main" id="{F53380BD-E97F-497D-A99F-E1CCE6B4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86100"/>
            <a:ext cx="257175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FB6C3"/>
          </a:solidFill>
          <a:ln xmlns:a="http://schemas.openxmlformats.org/drawingml/2006/main" w="0">
            <a:solidFill>
              <a:srgbClr val="1FB6C3"/>
            </a:solidFill>
          </a:ln>
        </p:spPr>
      </p:sp>
      <p:sp>
        <p:nvSpPr>
          <p:cNvPr id="158" name="arrow-lab-down">
            <a:extLst xmlns:a="http://schemas.openxmlformats.org/drawingml/2006/main">
              <a:ext uri="{FF2B5EF4-FFF2-40B4-BE49-F238E27FC236}">
                <a16:creationId xmlns:a16="http://schemas.microsoft.com/office/drawing/2014/main" id="{4605E8A6-0225-44EB-9F34-D17EF192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086100"/>
            <a:ext cx="257175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EBE44"/>
          </a:solidFill>
          <a:ln xmlns:a="http://schemas.openxmlformats.org/drawingml/2006/main" w="0">
            <a:solidFill>
              <a:srgbClr val="5EBE44"/>
            </a:solidFill>
          </a:ln>
        </p:spPr>
      </p:sp>
      <p:sp>
        <p:nvSpPr>
          <p:cNvPr id="159" name="arrow-kg-encoder">
            <a:extLst xmlns:a="http://schemas.openxmlformats.org/drawingml/2006/main">
              <a:ext uri="{FF2B5EF4-FFF2-40B4-BE49-F238E27FC236}">
                <a16:creationId xmlns:a16="http://schemas.microsoft.com/office/drawing/2014/main" id="{45C6FFEF-3EF2-4A97-B0E4-33CC535F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91050"/>
            <a:ext cx="381000" cy="22860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2C98EA"/>
          </a:solidFill>
          <a:ln xmlns:a="http://schemas.openxmlformats.org/drawingml/2006/main" w="0">
            <a:solidFill>
              <a:srgbClr val="2C98EA"/>
            </a:solidFill>
          </a:ln>
        </p:spPr>
      </p:sp>
      <p:sp>
        <p:nvSpPr>
          <p:cNvPr id="160" name="arrow-encoder-risk">
            <a:extLst xmlns:a="http://schemas.openxmlformats.org/drawingml/2006/main">
              <a:ext uri="{FF2B5EF4-FFF2-40B4-BE49-F238E27FC236}">
                <a16:creationId xmlns:a16="http://schemas.microsoft.com/office/drawing/2014/main" id="{5047CA57-8F5F-4497-BA67-777C3359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91050"/>
            <a:ext cx="381000" cy="22860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2C98EA"/>
          </a:solidFill>
          <a:ln xmlns:a="http://schemas.openxmlformats.org/drawingml/2006/main" w="0">
            <a:solidFill>
              <a:srgbClr val="2C98EA"/>
            </a:solidFill>
          </a:ln>
        </p:spPr>
      </p:sp>
      <p:sp>
        <p:nvSpPr>
          <p:cNvPr id="161" name="arrow-risk-explain">
            <a:extLst xmlns:a="http://schemas.openxmlformats.org/drawingml/2006/main">
              <a:ext uri="{FF2B5EF4-FFF2-40B4-BE49-F238E27FC236}">
                <a16:creationId xmlns:a16="http://schemas.microsoft.com/office/drawing/2014/main" id="{47F15132-18DB-4E60-9BC2-AFCC65D6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591050"/>
            <a:ext cx="381000" cy="22860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2C98EA"/>
          </a:solidFill>
          <a:ln xmlns:a="http://schemas.openxmlformats.org/drawingml/2006/main" w="0">
            <a:solidFill>
              <a:srgbClr val="2C98EA"/>
            </a:solidFill>
          </a:ln>
        </p:spPr>
      </p:sp>
      <p:sp>
        <p:nvSpPr>
          <p:cNvPr id="162" name="arrow-kg-output">
            <a:extLst xmlns:a="http://schemas.openxmlformats.org/drawingml/2006/main">
              <a:ext uri="{FF2B5EF4-FFF2-40B4-BE49-F238E27FC236}">
                <a16:creationId xmlns:a16="http://schemas.microsoft.com/office/drawing/2014/main" id="{175BE2C8-3790-40EB-B2E9-367ABF4E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057900"/>
            <a:ext cx="24765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CC184"/>
          </a:solidFill>
          <a:ln xmlns:a="http://schemas.openxmlformats.org/drawingml/2006/main" w="0">
            <a:solidFill>
              <a:srgbClr val="5CC184"/>
            </a:solidFill>
          </a:ln>
        </p:spPr>
      </p:sp>
      <p:sp>
        <p:nvSpPr>
          <p:cNvPr id="163" name="arrow-encoder-output">
            <a:extLst xmlns:a="http://schemas.openxmlformats.org/drawingml/2006/main">
              <a:ext uri="{FF2B5EF4-FFF2-40B4-BE49-F238E27FC236}">
                <a16:creationId xmlns:a16="http://schemas.microsoft.com/office/drawing/2014/main" id="{E5DD7DA2-063F-44C3-8A3F-A2CA9B00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057900"/>
            <a:ext cx="24765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CC184"/>
          </a:solidFill>
          <a:ln xmlns:a="http://schemas.openxmlformats.org/drawingml/2006/main" w="0">
            <a:solidFill>
              <a:srgbClr val="5CC184"/>
            </a:solidFill>
          </a:ln>
        </p:spPr>
      </p:sp>
      <p:sp>
        <p:nvSpPr>
          <p:cNvPr id="164" name="arrow-risk-output">
            <a:extLst xmlns:a="http://schemas.openxmlformats.org/drawingml/2006/main">
              <a:ext uri="{FF2B5EF4-FFF2-40B4-BE49-F238E27FC236}">
                <a16:creationId xmlns:a16="http://schemas.microsoft.com/office/drawing/2014/main" id="{5F988114-1D75-4FE3-8600-CC0D9A8E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057900"/>
            <a:ext cx="24765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CC184"/>
          </a:solidFill>
          <a:ln xmlns:a="http://schemas.openxmlformats.org/drawingml/2006/main" w="0">
            <a:solidFill>
              <a:srgbClr val="5CC184"/>
            </a:solidFill>
          </a:ln>
        </p:spPr>
      </p:sp>
      <p:sp>
        <p:nvSpPr>
          <p:cNvPr id="165" name="arrow-explain-output">
            <a:extLst xmlns:a="http://schemas.openxmlformats.org/drawingml/2006/main">
              <a:ext uri="{FF2B5EF4-FFF2-40B4-BE49-F238E27FC236}">
                <a16:creationId xmlns:a16="http://schemas.microsoft.com/office/drawing/2014/main" id="{E9DACB18-6C28-4BD8-ADFB-2A949AFD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6057900"/>
            <a:ext cx="24765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CC184"/>
          </a:solidFill>
          <a:ln xmlns:a="http://schemas.openxmlformats.org/drawingml/2006/main" w="0">
            <a:solidFill>
              <a:srgbClr val="5CC184"/>
            </a:solidFill>
          </a:ln>
        </p:spPr>
      </p:sp>
      <p:sp>
        <p:nvSpPr>
          <p:cNvPr id="166" name="emr-tab-structured-bg">
            <a:extLst xmlns:a="http://schemas.openxmlformats.org/drawingml/2006/main">
              <a:ext uri="{FF2B5EF4-FFF2-40B4-BE49-F238E27FC236}">
                <a16:creationId xmlns:a16="http://schemas.microsoft.com/office/drawing/2014/main" id="{F50B5E7A-AECE-4A39-9283-EA9AD5B2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724025"/>
            <a:ext cx="8382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51C4C6"/>
          </a:solidFill>
          <a:ln xmlns:a="http://schemas.openxmlformats.org/drawingml/2006/main" w="3810">
            <a:solidFill>
              <a:srgbClr val="FFFFFF"/>
            </a:solidFill>
          </a:ln>
        </p:spPr>
      </p:sp>
      <p:sp>
        <p:nvSpPr>
          <p:cNvPr id="167" name="emr-tab-structured-text">
            <a:extLst xmlns:a="http://schemas.openxmlformats.org/drawingml/2006/main">
              <a:ext uri="{FF2B5EF4-FFF2-40B4-BE49-F238E27FC236}">
                <a16:creationId xmlns:a16="http://schemas.microsoft.com/office/drawing/2014/main" id="{5C702DDA-72EB-4FA6-B25B-EF07CAB1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52600"/>
            <a:ext cx="7620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结构化信息</a:t>
            </a:r>
          </a:p>
        </p:txBody>
      </p:sp>
      <p:sp>
        <p:nvSpPr>
          <p:cNvPr id="168" name="emr-tab-free-bg">
            <a:extLst xmlns:a="http://schemas.openxmlformats.org/drawingml/2006/main">
              <a:ext uri="{FF2B5EF4-FFF2-40B4-BE49-F238E27FC236}">
                <a16:creationId xmlns:a16="http://schemas.microsoft.com/office/drawing/2014/main" id="{5F834223-097D-492C-94CC-1980F212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724025"/>
            <a:ext cx="9144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69A8E8"/>
          </a:solidFill>
          <a:ln xmlns:a="http://schemas.openxmlformats.org/drawingml/2006/main" w="3810">
            <a:solidFill>
              <a:srgbClr val="FFFFFF"/>
            </a:solidFill>
          </a:ln>
        </p:spPr>
      </p:sp>
      <p:sp>
        <p:nvSpPr>
          <p:cNvPr id="169" name="emr-tab-free-text">
            <a:extLst xmlns:a="http://schemas.openxmlformats.org/drawingml/2006/main">
              <a:ext uri="{FF2B5EF4-FFF2-40B4-BE49-F238E27FC236}">
                <a16:creationId xmlns:a16="http://schemas.microsoft.com/office/drawing/2014/main" id="{0FF946C3-C311-4B66-90B0-0439797C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52600"/>
            <a:ext cx="8382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非结构化文本</a:t>
            </a:r>
          </a:p>
        </p:txBody>
      </p:sp>
    </p:spTree>
    <p:extLst>
      <p:ext uri="{BB962C8B-B14F-4D97-AF65-F5344CB8AC3E}">
        <p14:creationId xmlns:p14="http://schemas.microsoft.com/office/powerpoint/2010/main" val="1756877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2026-04-26T02:44:30.3270000Z</dcterms:created>
  <dcterms:modified xsi:type="dcterms:W3CDTF">2026-04-26T02:44:30.3270000Z</dcterms:modified>
</coreProperties>
</file>